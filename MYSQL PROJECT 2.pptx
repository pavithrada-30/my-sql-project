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5DA11-7FD7-4A26-B056-9031DE8CD375}" v="58" dt="2025-08-20T03:54:19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-720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ithra Ramu" userId="4b09721da92006b6" providerId="LiveId" clId="{3EF5DA11-7FD7-4A26-B056-9031DE8CD375}"/>
    <pc:docChg chg="custSel addSld modSld">
      <pc:chgData name="Pavithra Ramu" userId="4b09721da92006b6" providerId="LiveId" clId="{3EF5DA11-7FD7-4A26-B056-9031DE8CD375}" dt="2025-08-19T19:13:13.729" v="1245" actId="680"/>
      <pc:docMkLst>
        <pc:docMk/>
      </pc:docMkLst>
      <pc:sldChg chg="modSp mod">
        <pc:chgData name="Pavithra Ramu" userId="4b09721da92006b6" providerId="LiveId" clId="{3EF5DA11-7FD7-4A26-B056-9031DE8CD375}" dt="2025-08-19T18:40:00.720" v="211" actId="207"/>
        <pc:sldMkLst>
          <pc:docMk/>
          <pc:sldMk cId="308635700" sldId="261"/>
        </pc:sldMkLst>
        <pc:spChg chg="mod">
          <ac:chgData name="Pavithra Ramu" userId="4b09721da92006b6" providerId="LiveId" clId="{3EF5DA11-7FD7-4A26-B056-9031DE8CD375}" dt="2025-08-19T18:40:00.720" v="211" actId="207"/>
          <ac:spMkLst>
            <pc:docMk/>
            <pc:sldMk cId="308635700" sldId="261"/>
            <ac:spMk id="9" creationId="{41A6F816-8090-EFA2-E4C2-CD034399ACBF}"/>
          </ac:spMkLst>
        </pc:spChg>
      </pc:sldChg>
      <pc:sldChg chg="addSp delSp modSp new mod">
        <pc:chgData name="Pavithra Ramu" userId="4b09721da92006b6" providerId="LiveId" clId="{3EF5DA11-7FD7-4A26-B056-9031DE8CD375}" dt="2025-08-19T18:47:21.319" v="408" actId="207"/>
        <pc:sldMkLst>
          <pc:docMk/>
          <pc:sldMk cId="3613576106" sldId="262"/>
        </pc:sldMkLst>
        <pc:spChg chg="del">
          <ac:chgData name="Pavithra Ramu" userId="4b09721da92006b6" providerId="LiveId" clId="{3EF5DA11-7FD7-4A26-B056-9031DE8CD375}" dt="2025-08-19T18:40:20.041" v="213" actId="478"/>
          <ac:spMkLst>
            <pc:docMk/>
            <pc:sldMk cId="3613576106" sldId="262"/>
            <ac:spMk id="2" creationId="{6F2B34CE-61B1-F046-48D9-C5536C98C45A}"/>
          </ac:spMkLst>
        </pc:spChg>
        <pc:spChg chg="del">
          <ac:chgData name="Pavithra Ramu" userId="4b09721da92006b6" providerId="LiveId" clId="{3EF5DA11-7FD7-4A26-B056-9031DE8CD375}" dt="2025-08-19T18:40:23.861" v="214" actId="478"/>
          <ac:spMkLst>
            <pc:docMk/>
            <pc:sldMk cId="3613576106" sldId="262"/>
            <ac:spMk id="3" creationId="{6473DE73-D904-D52D-12C0-F52788D64838}"/>
          </ac:spMkLst>
        </pc:spChg>
        <pc:spChg chg="add mod">
          <ac:chgData name="Pavithra Ramu" userId="4b09721da92006b6" providerId="LiveId" clId="{3EF5DA11-7FD7-4A26-B056-9031DE8CD375}" dt="2025-08-19T18:43:05.714" v="257" actId="14100"/>
          <ac:spMkLst>
            <pc:docMk/>
            <pc:sldMk cId="3613576106" sldId="262"/>
            <ac:spMk id="6" creationId="{CFAB8B7E-0192-9C02-AB2E-1871783BAFC1}"/>
          </ac:spMkLst>
        </pc:spChg>
        <pc:spChg chg="add mod">
          <ac:chgData name="Pavithra Ramu" userId="4b09721da92006b6" providerId="LiveId" clId="{3EF5DA11-7FD7-4A26-B056-9031DE8CD375}" dt="2025-08-19T18:47:21.319" v="408" actId="207"/>
          <ac:spMkLst>
            <pc:docMk/>
            <pc:sldMk cId="3613576106" sldId="262"/>
            <ac:spMk id="9" creationId="{E44F8372-60D9-82B4-2CB0-E6018066A910}"/>
          </ac:spMkLst>
        </pc:spChg>
        <pc:picChg chg="add mod">
          <ac:chgData name="Pavithra Ramu" userId="4b09721da92006b6" providerId="LiveId" clId="{3EF5DA11-7FD7-4A26-B056-9031DE8CD375}" dt="2025-08-19T18:40:46.768" v="215" actId="931"/>
          <ac:picMkLst>
            <pc:docMk/>
            <pc:sldMk cId="3613576106" sldId="262"/>
            <ac:picMk id="5" creationId="{4CF8D1C4-4526-B27D-499F-E71FF8373F07}"/>
          </ac:picMkLst>
        </pc:picChg>
        <pc:picChg chg="add mod modCrop">
          <ac:chgData name="Pavithra Ramu" userId="4b09721da92006b6" providerId="LiveId" clId="{3EF5DA11-7FD7-4A26-B056-9031DE8CD375}" dt="2025-08-19T18:44:29.954" v="263" actId="14100"/>
          <ac:picMkLst>
            <pc:docMk/>
            <pc:sldMk cId="3613576106" sldId="262"/>
            <ac:picMk id="8" creationId="{168A3EA4-1680-C657-0DBE-BC8E5831C0E2}"/>
          </ac:picMkLst>
        </pc:picChg>
      </pc:sldChg>
      <pc:sldChg chg="addSp delSp modSp new mod">
        <pc:chgData name="Pavithra Ramu" userId="4b09721da92006b6" providerId="LiveId" clId="{3EF5DA11-7FD7-4A26-B056-9031DE8CD375}" dt="2025-08-19T18:54:01.230" v="619" actId="207"/>
        <pc:sldMkLst>
          <pc:docMk/>
          <pc:sldMk cId="3061892203" sldId="263"/>
        </pc:sldMkLst>
        <pc:spChg chg="del">
          <ac:chgData name="Pavithra Ramu" userId="4b09721da92006b6" providerId="LiveId" clId="{3EF5DA11-7FD7-4A26-B056-9031DE8CD375}" dt="2025-08-19T18:47:35.482" v="410" actId="478"/>
          <ac:spMkLst>
            <pc:docMk/>
            <pc:sldMk cId="3061892203" sldId="263"/>
            <ac:spMk id="2" creationId="{2CAF43DF-C105-5BD8-8F0B-7E7C086EFFB6}"/>
          </ac:spMkLst>
        </pc:spChg>
        <pc:spChg chg="del">
          <ac:chgData name="Pavithra Ramu" userId="4b09721da92006b6" providerId="LiveId" clId="{3EF5DA11-7FD7-4A26-B056-9031DE8CD375}" dt="2025-08-19T18:47:39.484" v="411" actId="478"/>
          <ac:spMkLst>
            <pc:docMk/>
            <pc:sldMk cId="3061892203" sldId="263"/>
            <ac:spMk id="3" creationId="{3852D07A-F81B-61B4-0110-C3D217034308}"/>
          </ac:spMkLst>
        </pc:spChg>
        <pc:spChg chg="add mod">
          <ac:chgData name="Pavithra Ramu" userId="4b09721da92006b6" providerId="LiveId" clId="{3EF5DA11-7FD7-4A26-B056-9031DE8CD375}" dt="2025-08-19T18:50:15.402" v="472" actId="14100"/>
          <ac:spMkLst>
            <pc:docMk/>
            <pc:sldMk cId="3061892203" sldId="263"/>
            <ac:spMk id="6" creationId="{5B600453-7155-E321-2034-C1A6B7604938}"/>
          </ac:spMkLst>
        </pc:spChg>
        <pc:spChg chg="add mod">
          <ac:chgData name="Pavithra Ramu" userId="4b09721da92006b6" providerId="LiveId" clId="{3EF5DA11-7FD7-4A26-B056-9031DE8CD375}" dt="2025-08-19T18:54:01.230" v="619" actId="207"/>
          <ac:spMkLst>
            <pc:docMk/>
            <pc:sldMk cId="3061892203" sldId="263"/>
            <ac:spMk id="9" creationId="{FA5E2B60-1ECF-0385-E700-AD4109C4D2B2}"/>
          </ac:spMkLst>
        </pc:spChg>
        <pc:picChg chg="add mod">
          <ac:chgData name="Pavithra Ramu" userId="4b09721da92006b6" providerId="LiveId" clId="{3EF5DA11-7FD7-4A26-B056-9031DE8CD375}" dt="2025-08-19T18:47:57.158" v="412" actId="931"/>
          <ac:picMkLst>
            <pc:docMk/>
            <pc:sldMk cId="3061892203" sldId="263"/>
            <ac:picMk id="5" creationId="{60323AC4-2759-5C59-A005-25891BFB81E0}"/>
          </ac:picMkLst>
        </pc:picChg>
        <pc:picChg chg="add mod modCrop">
          <ac:chgData name="Pavithra Ramu" userId="4b09721da92006b6" providerId="LiveId" clId="{3EF5DA11-7FD7-4A26-B056-9031DE8CD375}" dt="2025-08-19T18:51:17.182" v="478" actId="14100"/>
          <ac:picMkLst>
            <pc:docMk/>
            <pc:sldMk cId="3061892203" sldId="263"/>
            <ac:picMk id="8" creationId="{648488C8-F6A7-D85D-F861-5EF18B9C476B}"/>
          </ac:picMkLst>
        </pc:picChg>
      </pc:sldChg>
      <pc:sldChg chg="addSp delSp modSp new mod">
        <pc:chgData name="Pavithra Ramu" userId="4b09721da92006b6" providerId="LiveId" clId="{3EF5DA11-7FD7-4A26-B056-9031DE8CD375}" dt="2025-08-19T19:01:07.282" v="828" actId="207"/>
        <pc:sldMkLst>
          <pc:docMk/>
          <pc:sldMk cId="820039410" sldId="264"/>
        </pc:sldMkLst>
        <pc:spChg chg="del">
          <ac:chgData name="Pavithra Ramu" userId="4b09721da92006b6" providerId="LiveId" clId="{3EF5DA11-7FD7-4A26-B056-9031DE8CD375}" dt="2025-08-19T18:54:14.103" v="621" actId="478"/>
          <ac:spMkLst>
            <pc:docMk/>
            <pc:sldMk cId="820039410" sldId="264"/>
            <ac:spMk id="2" creationId="{5D3C2E94-2629-E3C6-1AF8-4A9A1F86A14B}"/>
          </ac:spMkLst>
        </pc:spChg>
        <pc:spChg chg="del">
          <ac:chgData name="Pavithra Ramu" userId="4b09721da92006b6" providerId="LiveId" clId="{3EF5DA11-7FD7-4A26-B056-9031DE8CD375}" dt="2025-08-19T18:54:18.434" v="622" actId="478"/>
          <ac:spMkLst>
            <pc:docMk/>
            <pc:sldMk cId="820039410" sldId="264"/>
            <ac:spMk id="3" creationId="{E2061DA9-19DF-0EAA-4F31-0EF2A2104BC1}"/>
          </ac:spMkLst>
        </pc:spChg>
        <pc:spChg chg="add mod">
          <ac:chgData name="Pavithra Ramu" userId="4b09721da92006b6" providerId="LiveId" clId="{3EF5DA11-7FD7-4A26-B056-9031DE8CD375}" dt="2025-08-19T18:56:29.787" v="657" actId="207"/>
          <ac:spMkLst>
            <pc:docMk/>
            <pc:sldMk cId="820039410" sldId="264"/>
            <ac:spMk id="6" creationId="{F06387B5-0FE9-02D4-52F6-C029319865BD}"/>
          </ac:spMkLst>
        </pc:spChg>
        <pc:spChg chg="add mod">
          <ac:chgData name="Pavithra Ramu" userId="4b09721da92006b6" providerId="LiveId" clId="{3EF5DA11-7FD7-4A26-B056-9031DE8CD375}" dt="2025-08-19T19:01:07.282" v="828" actId="207"/>
          <ac:spMkLst>
            <pc:docMk/>
            <pc:sldMk cId="820039410" sldId="264"/>
            <ac:spMk id="9" creationId="{501AE6E9-F749-6FC9-291A-3ED8698B3E16}"/>
          </ac:spMkLst>
        </pc:spChg>
        <pc:picChg chg="add mod">
          <ac:chgData name="Pavithra Ramu" userId="4b09721da92006b6" providerId="LiveId" clId="{3EF5DA11-7FD7-4A26-B056-9031DE8CD375}" dt="2025-08-19T18:54:39.262" v="623" actId="931"/>
          <ac:picMkLst>
            <pc:docMk/>
            <pc:sldMk cId="820039410" sldId="264"/>
            <ac:picMk id="5" creationId="{3648E85E-48F2-C32B-69A2-BFBF9BCE0A5D}"/>
          </ac:picMkLst>
        </pc:picChg>
        <pc:picChg chg="add mod modCrop">
          <ac:chgData name="Pavithra Ramu" userId="4b09721da92006b6" providerId="LiveId" clId="{3EF5DA11-7FD7-4A26-B056-9031DE8CD375}" dt="2025-08-19T18:57:34.920" v="665" actId="14100"/>
          <ac:picMkLst>
            <pc:docMk/>
            <pc:sldMk cId="820039410" sldId="264"/>
            <ac:picMk id="8" creationId="{CD85F65C-9A9D-9F9E-073D-C7EFFACFEF8D}"/>
          </ac:picMkLst>
        </pc:picChg>
      </pc:sldChg>
      <pc:sldChg chg="addSp delSp modSp new mod">
        <pc:chgData name="Pavithra Ramu" userId="4b09721da92006b6" providerId="LiveId" clId="{3EF5DA11-7FD7-4A26-B056-9031DE8CD375}" dt="2025-08-19T19:06:50.596" v="1028" actId="207"/>
        <pc:sldMkLst>
          <pc:docMk/>
          <pc:sldMk cId="3649218786" sldId="265"/>
        </pc:sldMkLst>
        <pc:spChg chg="del">
          <ac:chgData name="Pavithra Ramu" userId="4b09721da92006b6" providerId="LiveId" clId="{3EF5DA11-7FD7-4A26-B056-9031DE8CD375}" dt="2025-08-19T19:01:28.078" v="830" actId="478"/>
          <ac:spMkLst>
            <pc:docMk/>
            <pc:sldMk cId="3649218786" sldId="265"/>
            <ac:spMk id="2" creationId="{E311F82D-E2EF-D0FB-BADF-D48183786113}"/>
          </ac:spMkLst>
        </pc:spChg>
        <pc:spChg chg="del">
          <ac:chgData name="Pavithra Ramu" userId="4b09721da92006b6" providerId="LiveId" clId="{3EF5DA11-7FD7-4A26-B056-9031DE8CD375}" dt="2025-08-19T19:01:31.494" v="831" actId="478"/>
          <ac:spMkLst>
            <pc:docMk/>
            <pc:sldMk cId="3649218786" sldId="265"/>
            <ac:spMk id="3" creationId="{85557705-E4E9-86C0-EF2C-F7B84B6D61DA}"/>
          </ac:spMkLst>
        </pc:spChg>
        <pc:spChg chg="add mod">
          <ac:chgData name="Pavithra Ramu" userId="4b09721da92006b6" providerId="LiveId" clId="{3EF5DA11-7FD7-4A26-B056-9031DE8CD375}" dt="2025-08-19T19:03:07.872" v="871" actId="207"/>
          <ac:spMkLst>
            <pc:docMk/>
            <pc:sldMk cId="3649218786" sldId="265"/>
            <ac:spMk id="6" creationId="{51B5B85C-20C7-98EC-8C21-E742DFC833EB}"/>
          </ac:spMkLst>
        </pc:spChg>
        <pc:spChg chg="add mod">
          <ac:chgData name="Pavithra Ramu" userId="4b09721da92006b6" providerId="LiveId" clId="{3EF5DA11-7FD7-4A26-B056-9031DE8CD375}" dt="2025-08-19T19:06:50.596" v="1028" actId="207"/>
          <ac:spMkLst>
            <pc:docMk/>
            <pc:sldMk cId="3649218786" sldId="265"/>
            <ac:spMk id="11" creationId="{40A957E0-BD00-20D3-BFDD-F63C2821A45B}"/>
          </ac:spMkLst>
        </pc:spChg>
        <pc:picChg chg="add mod">
          <ac:chgData name="Pavithra Ramu" userId="4b09721da92006b6" providerId="LiveId" clId="{3EF5DA11-7FD7-4A26-B056-9031DE8CD375}" dt="2025-08-19T19:01:53.851" v="832" actId="931"/>
          <ac:picMkLst>
            <pc:docMk/>
            <pc:sldMk cId="3649218786" sldId="265"/>
            <ac:picMk id="5" creationId="{6CB3F95A-08D3-3D19-EE66-B716DF1443EF}"/>
          </ac:picMkLst>
        </pc:picChg>
        <pc:picChg chg="add del mod">
          <ac:chgData name="Pavithra Ramu" userId="4b09721da92006b6" providerId="LiveId" clId="{3EF5DA11-7FD7-4A26-B056-9031DE8CD375}" dt="2025-08-19T19:03:28.728" v="875" actId="478"/>
          <ac:picMkLst>
            <pc:docMk/>
            <pc:sldMk cId="3649218786" sldId="265"/>
            <ac:picMk id="8" creationId="{0CA4133D-3E8C-3A08-4DF5-740743200921}"/>
          </ac:picMkLst>
        </pc:picChg>
        <pc:picChg chg="add mod modCrop">
          <ac:chgData name="Pavithra Ramu" userId="4b09721da92006b6" providerId="LiveId" clId="{3EF5DA11-7FD7-4A26-B056-9031DE8CD375}" dt="2025-08-19T19:04:28.404" v="883" actId="14100"/>
          <ac:picMkLst>
            <pc:docMk/>
            <pc:sldMk cId="3649218786" sldId="265"/>
            <ac:picMk id="10" creationId="{6792A154-DDA2-1EC4-DDC1-631DFC0CDEAC}"/>
          </ac:picMkLst>
        </pc:picChg>
      </pc:sldChg>
      <pc:sldChg chg="addSp delSp modSp new mod">
        <pc:chgData name="Pavithra Ramu" userId="4b09721da92006b6" providerId="LiveId" clId="{3EF5DA11-7FD7-4A26-B056-9031DE8CD375}" dt="2025-08-19T19:13:05.923" v="1244" actId="207"/>
        <pc:sldMkLst>
          <pc:docMk/>
          <pc:sldMk cId="687917409" sldId="266"/>
        </pc:sldMkLst>
        <pc:spChg chg="del">
          <ac:chgData name="Pavithra Ramu" userId="4b09721da92006b6" providerId="LiveId" clId="{3EF5DA11-7FD7-4A26-B056-9031DE8CD375}" dt="2025-08-19T19:07:09.204" v="1030" actId="478"/>
          <ac:spMkLst>
            <pc:docMk/>
            <pc:sldMk cId="687917409" sldId="266"/>
            <ac:spMk id="2" creationId="{5A07007E-EEE7-EF2B-6BB3-85017902B43B}"/>
          </ac:spMkLst>
        </pc:spChg>
        <pc:spChg chg="del">
          <ac:chgData name="Pavithra Ramu" userId="4b09721da92006b6" providerId="LiveId" clId="{3EF5DA11-7FD7-4A26-B056-9031DE8CD375}" dt="2025-08-19T19:07:12.530" v="1031" actId="478"/>
          <ac:spMkLst>
            <pc:docMk/>
            <pc:sldMk cId="687917409" sldId="266"/>
            <ac:spMk id="3" creationId="{FB00982E-E828-4F6C-C656-13754F8E5C0B}"/>
          </ac:spMkLst>
        </pc:spChg>
        <pc:spChg chg="add mod">
          <ac:chgData name="Pavithra Ramu" userId="4b09721da92006b6" providerId="LiveId" clId="{3EF5DA11-7FD7-4A26-B056-9031DE8CD375}" dt="2025-08-19T19:09:24.211" v="1078" actId="14100"/>
          <ac:spMkLst>
            <pc:docMk/>
            <pc:sldMk cId="687917409" sldId="266"/>
            <ac:spMk id="6" creationId="{343A261E-2C86-A82A-6EFC-68AB2C11B1A5}"/>
          </ac:spMkLst>
        </pc:spChg>
        <pc:spChg chg="add mod">
          <ac:chgData name="Pavithra Ramu" userId="4b09721da92006b6" providerId="LiveId" clId="{3EF5DA11-7FD7-4A26-B056-9031DE8CD375}" dt="2025-08-19T19:13:05.923" v="1244" actId="207"/>
          <ac:spMkLst>
            <pc:docMk/>
            <pc:sldMk cId="687917409" sldId="266"/>
            <ac:spMk id="11" creationId="{6ED54D0B-AAE2-F912-3EBD-C66E2D514560}"/>
          </ac:spMkLst>
        </pc:spChg>
        <pc:picChg chg="add mod">
          <ac:chgData name="Pavithra Ramu" userId="4b09721da92006b6" providerId="LiveId" clId="{3EF5DA11-7FD7-4A26-B056-9031DE8CD375}" dt="2025-08-19T19:09:32.663" v="1079" actId="1076"/>
          <ac:picMkLst>
            <pc:docMk/>
            <pc:sldMk cId="687917409" sldId="266"/>
            <ac:picMk id="5" creationId="{1607C745-DABA-A1C8-8CB7-2692146E898D}"/>
          </ac:picMkLst>
        </pc:picChg>
        <pc:picChg chg="add del mod">
          <ac:chgData name="Pavithra Ramu" userId="4b09721da92006b6" providerId="LiveId" clId="{3EF5DA11-7FD7-4A26-B056-9031DE8CD375}" dt="2025-08-19T19:09:55.521" v="1083" actId="478"/>
          <ac:picMkLst>
            <pc:docMk/>
            <pc:sldMk cId="687917409" sldId="266"/>
            <ac:picMk id="8" creationId="{653DEBE7-F382-3749-4C45-D9F43EFA9F0F}"/>
          </ac:picMkLst>
        </pc:picChg>
        <pc:picChg chg="add mod">
          <ac:chgData name="Pavithra Ramu" userId="4b09721da92006b6" providerId="LiveId" clId="{3EF5DA11-7FD7-4A26-B056-9031DE8CD375}" dt="2025-08-19T19:10:33.748" v="1090" actId="14100"/>
          <ac:picMkLst>
            <pc:docMk/>
            <pc:sldMk cId="687917409" sldId="266"/>
            <ac:picMk id="10" creationId="{80F1284D-9A96-2903-D6A6-FBB31AA4F68C}"/>
          </ac:picMkLst>
        </pc:picChg>
      </pc:sldChg>
      <pc:sldChg chg="new">
        <pc:chgData name="Pavithra Ramu" userId="4b09721da92006b6" providerId="LiveId" clId="{3EF5DA11-7FD7-4A26-B056-9031DE8CD375}" dt="2025-08-19T19:13:13.729" v="1245" actId="680"/>
        <pc:sldMkLst>
          <pc:docMk/>
          <pc:sldMk cId="3236284600" sldId="267"/>
        </pc:sldMkLst>
      </pc:sldChg>
    </pc:docChg>
  </pc:docChgLst>
  <pc:docChgLst>
    <pc:chgData name="Geetha Ramu" userId="4b09721da92006b6" providerId="LiveId" clId="{3EF5DA11-7FD7-4A26-B056-9031DE8CD375}"/>
    <pc:docChg chg="custSel addSld modSld">
      <pc:chgData name="Geetha Ramu" userId="4b09721da92006b6" providerId="LiveId" clId="{3EF5DA11-7FD7-4A26-B056-9031DE8CD375}" dt="2025-08-20T03:54:50.509" v="1969" actId="1076"/>
      <pc:docMkLst>
        <pc:docMk/>
      </pc:docMkLst>
      <pc:sldChg chg="addSp modSp mod">
        <pc:chgData name="Geetha Ramu" userId="4b09721da92006b6" providerId="LiveId" clId="{3EF5DA11-7FD7-4A26-B056-9031DE8CD375}" dt="2025-08-20T03:48:33.466" v="1906" actId="1076"/>
        <pc:sldMkLst>
          <pc:docMk/>
          <pc:sldMk cId="2098823415" sldId="256"/>
        </pc:sldMkLst>
        <pc:spChg chg="mod">
          <ac:chgData name="Geetha Ramu" userId="4b09721da92006b6" providerId="LiveId" clId="{3EF5DA11-7FD7-4A26-B056-9031DE8CD375}" dt="2025-08-20T03:48:31.214" v="1905" actId="1076"/>
          <ac:spMkLst>
            <pc:docMk/>
            <pc:sldMk cId="2098823415" sldId="256"/>
            <ac:spMk id="11" creationId="{E74D8A6D-39A6-386A-701B-6007244BBCDE}"/>
          </ac:spMkLst>
        </pc:spChg>
        <pc:picChg chg="add mod">
          <ac:chgData name="Geetha Ramu" userId="4b09721da92006b6" providerId="LiveId" clId="{3EF5DA11-7FD7-4A26-B056-9031DE8CD375}" dt="2025-08-20T03:46:04.111" v="1886" actId="14100"/>
          <ac:picMkLst>
            <pc:docMk/>
            <pc:sldMk cId="2098823415" sldId="256"/>
            <ac:picMk id="2" creationId="{CC17D931-17CA-91E7-EF3C-DEC90BC350C8}"/>
          </ac:picMkLst>
        </pc:picChg>
        <pc:picChg chg="mod">
          <ac:chgData name="Geetha Ramu" userId="4b09721da92006b6" providerId="LiveId" clId="{3EF5DA11-7FD7-4A26-B056-9031DE8CD375}" dt="2025-08-20T03:48:33.466" v="1906" actId="1076"/>
          <ac:picMkLst>
            <pc:docMk/>
            <pc:sldMk cId="2098823415" sldId="256"/>
            <ac:picMk id="10" creationId="{73D5DA28-CFFC-11B2-D7B7-99E180FC98B2}"/>
          </ac:picMkLst>
        </pc:picChg>
      </pc:sldChg>
      <pc:sldChg chg="addSp modSp mod">
        <pc:chgData name="Geetha Ramu" userId="4b09721da92006b6" providerId="LiveId" clId="{3EF5DA11-7FD7-4A26-B056-9031DE8CD375}" dt="2025-08-20T03:44:59.601" v="1880" actId="1076"/>
        <pc:sldMkLst>
          <pc:docMk/>
          <pc:sldMk cId="1193043880" sldId="257"/>
        </pc:sldMkLst>
        <pc:picChg chg="add mod modCrop">
          <ac:chgData name="Geetha Ramu" userId="4b09721da92006b6" providerId="LiveId" clId="{3EF5DA11-7FD7-4A26-B056-9031DE8CD375}" dt="2025-08-20T03:44:59.601" v="1880" actId="1076"/>
          <ac:picMkLst>
            <pc:docMk/>
            <pc:sldMk cId="1193043880" sldId="257"/>
            <ac:picMk id="3" creationId="{E7A6C263-24FF-B3DB-4CF0-B22D6DCC8FCD}"/>
          </ac:picMkLst>
        </pc:picChg>
      </pc:sldChg>
      <pc:sldChg chg="addSp modSp mod">
        <pc:chgData name="Geetha Ramu" userId="4b09721da92006b6" providerId="LiveId" clId="{3EF5DA11-7FD7-4A26-B056-9031DE8CD375}" dt="2025-08-20T03:48:21.923" v="1904" actId="1076"/>
        <pc:sldMkLst>
          <pc:docMk/>
          <pc:sldMk cId="3293499600" sldId="258"/>
        </pc:sldMkLst>
        <pc:spChg chg="mod">
          <ac:chgData name="Geetha Ramu" userId="4b09721da92006b6" providerId="LiveId" clId="{3EF5DA11-7FD7-4A26-B056-9031DE8CD375}" dt="2025-08-20T03:48:09.203" v="1902" actId="1076"/>
          <ac:spMkLst>
            <pc:docMk/>
            <pc:sldMk cId="3293499600" sldId="258"/>
            <ac:spMk id="14" creationId="{F6850E2E-AE8F-C1E3-33F8-A9580EDDFC08}"/>
          </ac:spMkLst>
        </pc:spChg>
        <pc:spChg chg="mod">
          <ac:chgData name="Geetha Ramu" userId="4b09721da92006b6" providerId="LiveId" clId="{3EF5DA11-7FD7-4A26-B056-9031DE8CD375}" dt="2025-08-20T03:48:18.532" v="1903" actId="1076"/>
          <ac:spMkLst>
            <pc:docMk/>
            <pc:sldMk cId="3293499600" sldId="258"/>
            <ac:spMk id="15" creationId="{C2ED6D30-3D32-7ADD-8557-85E2D715B0E6}"/>
          </ac:spMkLst>
        </pc:spChg>
        <pc:picChg chg="add mod">
          <ac:chgData name="Geetha Ramu" userId="4b09721da92006b6" providerId="LiveId" clId="{3EF5DA11-7FD7-4A26-B056-9031DE8CD375}" dt="2025-08-20T03:46:21.508" v="1888" actId="1076"/>
          <ac:picMkLst>
            <pc:docMk/>
            <pc:sldMk cId="3293499600" sldId="258"/>
            <ac:picMk id="2" creationId="{C87102A5-9DA0-2002-F133-39EAB05B625E}"/>
          </ac:picMkLst>
        </pc:picChg>
        <pc:picChg chg="mod">
          <ac:chgData name="Geetha Ramu" userId="4b09721da92006b6" providerId="LiveId" clId="{3EF5DA11-7FD7-4A26-B056-9031DE8CD375}" dt="2025-08-20T03:48:21.923" v="1904" actId="1076"/>
          <ac:picMkLst>
            <pc:docMk/>
            <pc:sldMk cId="3293499600" sldId="258"/>
            <ac:picMk id="13" creationId="{166343D1-8D24-D8A9-7E66-6A7C6EB29F94}"/>
          </ac:picMkLst>
        </pc:picChg>
      </pc:sldChg>
      <pc:sldChg chg="addSp modSp mod">
        <pc:chgData name="Geetha Ramu" userId="4b09721da92006b6" providerId="LiveId" clId="{3EF5DA11-7FD7-4A26-B056-9031DE8CD375}" dt="2025-08-20T03:47:48.791" v="1900" actId="1076"/>
        <pc:sldMkLst>
          <pc:docMk/>
          <pc:sldMk cId="3861504747" sldId="259"/>
        </pc:sldMkLst>
        <pc:spChg chg="mod">
          <ac:chgData name="Geetha Ramu" userId="4b09721da92006b6" providerId="LiveId" clId="{3EF5DA11-7FD7-4A26-B056-9031DE8CD375}" dt="2025-08-20T03:47:45.571" v="1899" actId="1076"/>
          <ac:spMkLst>
            <pc:docMk/>
            <pc:sldMk cId="3861504747" sldId="259"/>
            <ac:spMk id="18" creationId="{87FD1173-F7D3-121E-CE50-69A36D6A3C35}"/>
          </ac:spMkLst>
        </pc:spChg>
        <pc:picChg chg="add mod">
          <ac:chgData name="Geetha Ramu" userId="4b09721da92006b6" providerId="LiveId" clId="{3EF5DA11-7FD7-4A26-B056-9031DE8CD375}" dt="2025-08-20T03:46:39.472" v="1890" actId="1076"/>
          <ac:picMkLst>
            <pc:docMk/>
            <pc:sldMk cId="3861504747" sldId="259"/>
            <ac:picMk id="2" creationId="{621B2158-651A-D4C1-AF4B-7BBB19D19AA2}"/>
          </ac:picMkLst>
        </pc:picChg>
        <pc:picChg chg="mod">
          <ac:chgData name="Geetha Ramu" userId="4b09721da92006b6" providerId="LiveId" clId="{3EF5DA11-7FD7-4A26-B056-9031DE8CD375}" dt="2025-08-20T03:47:48.791" v="1900" actId="1076"/>
          <ac:picMkLst>
            <pc:docMk/>
            <pc:sldMk cId="3861504747" sldId="259"/>
            <ac:picMk id="8" creationId="{C7008302-EE9A-9B5A-C791-839163798D7B}"/>
          </ac:picMkLst>
        </pc:picChg>
      </pc:sldChg>
      <pc:sldChg chg="addSp modSp mod">
        <pc:chgData name="Geetha Ramu" userId="4b09721da92006b6" providerId="LiveId" clId="{3EF5DA11-7FD7-4A26-B056-9031DE8CD375}" dt="2025-08-20T03:47:35.620" v="1898" actId="1076"/>
        <pc:sldMkLst>
          <pc:docMk/>
          <pc:sldMk cId="69709456" sldId="260"/>
        </pc:sldMkLst>
        <pc:spChg chg="mod">
          <ac:chgData name="Geetha Ramu" userId="4b09721da92006b6" providerId="LiveId" clId="{3EF5DA11-7FD7-4A26-B056-9031DE8CD375}" dt="2025-08-20T03:47:29.260" v="1897" actId="1076"/>
          <ac:spMkLst>
            <pc:docMk/>
            <pc:sldMk cId="69709456" sldId="260"/>
            <ac:spMk id="9" creationId="{3D8B67AA-E13D-7E00-D0AA-3EF7A1B7E73B}"/>
          </ac:spMkLst>
        </pc:spChg>
        <pc:picChg chg="add mod">
          <ac:chgData name="Geetha Ramu" userId="4b09721da92006b6" providerId="LiveId" clId="{3EF5DA11-7FD7-4A26-B056-9031DE8CD375}" dt="2025-08-20T03:46:51.061" v="1892" actId="1076"/>
          <ac:picMkLst>
            <pc:docMk/>
            <pc:sldMk cId="69709456" sldId="260"/>
            <ac:picMk id="2" creationId="{17667D0D-569D-77E9-C5F6-A683681C6047}"/>
          </ac:picMkLst>
        </pc:picChg>
        <pc:picChg chg="mod">
          <ac:chgData name="Geetha Ramu" userId="4b09721da92006b6" providerId="LiveId" clId="{3EF5DA11-7FD7-4A26-B056-9031DE8CD375}" dt="2025-08-20T03:47:35.620" v="1898" actId="1076"/>
          <ac:picMkLst>
            <pc:docMk/>
            <pc:sldMk cId="69709456" sldId="260"/>
            <ac:picMk id="8" creationId="{E31D3B1D-97C8-8F43-7A3D-8A1E9383F178}"/>
          </ac:picMkLst>
        </pc:picChg>
      </pc:sldChg>
      <pc:sldChg chg="addSp modSp mod">
        <pc:chgData name="Geetha Ramu" userId="4b09721da92006b6" providerId="LiveId" clId="{3EF5DA11-7FD7-4A26-B056-9031DE8CD375}" dt="2025-08-20T03:47:18.760" v="1896" actId="1076"/>
        <pc:sldMkLst>
          <pc:docMk/>
          <pc:sldMk cId="308635700" sldId="261"/>
        </pc:sldMkLst>
        <pc:spChg chg="mod">
          <ac:chgData name="Geetha Ramu" userId="4b09721da92006b6" providerId="LiveId" clId="{3EF5DA11-7FD7-4A26-B056-9031DE8CD375}" dt="2025-08-20T03:47:15.540" v="1895" actId="1076"/>
          <ac:spMkLst>
            <pc:docMk/>
            <pc:sldMk cId="308635700" sldId="261"/>
            <ac:spMk id="9" creationId="{41A6F816-8090-EFA2-E4C2-CD034399ACBF}"/>
          </ac:spMkLst>
        </pc:spChg>
        <pc:picChg chg="add mod">
          <ac:chgData name="Geetha Ramu" userId="4b09721da92006b6" providerId="LiveId" clId="{3EF5DA11-7FD7-4A26-B056-9031DE8CD375}" dt="2025-08-20T03:47:05.543" v="1894" actId="1076"/>
          <ac:picMkLst>
            <pc:docMk/>
            <pc:sldMk cId="308635700" sldId="261"/>
            <ac:picMk id="2" creationId="{7FBC1FBC-645E-EA29-4966-6EEA772393C8}"/>
          </ac:picMkLst>
        </pc:picChg>
        <pc:picChg chg="mod">
          <ac:chgData name="Geetha Ramu" userId="4b09721da92006b6" providerId="LiveId" clId="{3EF5DA11-7FD7-4A26-B056-9031DE8CD375}" dt="2025-08-20T03:47:18.760" v="1896" actId="1076"/>
          <ac:picMkLst>
            <pc:docMk/>
            <pc:sldMk cId="308635700" sldId="261"/>
            <ac:picMk id="8" creationId="{901F73F8-FED6-749A-ECEE-F823036B719C}"/>
          </ac:picMkLst>
        </pc:picChg>
      </pc:sldChg>
      <pc:sldChg chg="addSp modSp mod">
        <pc:chgData name="Geetha Ramu" userId="4b09721da92006b6" providerId="LiveId" clId="{3EF5DA11-7FD7-4A26-B056-9031DE8CD375}" dt="2025-08-20T03:49:02.875" v="1910" actId="1076"/>
        <pc:sldMkLst>
          <pc:docMk/>
          <pc:sldMk cId="3613576106" sldId="262"/>
        </pc:sldMkLst>
        <pc:spChg chg="mod">
          <ac:chgData name="Geetha Ramu" userId="4b09721da92006b6" providerId="LiveId" clId="{3EF5DA11-7FD7-4A26-B056-9031DE8CD375}" dt="2025-08-20T03:48:51.577" v="1907" actId="1076"/>
          <ac:spMkLst>
            <pc:docMk/>
            <pc:sldMk cId="3613576106" sldId="262"/>
            <ac:spMk id="9" creationId="{E44F8372-60D9-82B4-2CB0-E6018066A910}"/>
          </ac:spMkLst>
        </pc:spChg>
        <pc:picChg chg="add mod">
          <ac:chgData name="Geetha Ramu" userId="4b09721da92006b6" providerId="LiveId" clId="{3EF5DA11-7FD7-4A26-B056-9031DE8CD375}" dt="2025-08-20T03:49:02.875" v="1910" actId="1076"/>
          <ac:picMkLst>
            <pc:docMk/>
            <pc:sldMk cId="3613576106" sldId="262"/>
            <ac:picMk id="2" creationId="{F1D3C596-C3C9-2D63-FFE3-49D18EBCDF62}"/>
          </ac:picMkLst>
        </pc:picChg>
        <pc:picChg chg="mod">
          <ac:chgData name="Geetha Ramu" userId="4b09721da92006b6" providerId="LiveId" clId="{3EF5DA11-7FD7-4A26-B056-9031DE8CD375}" dt="2025-08-20T03:48:56.435" v="1908" actId="1076"/>
          <ac:picMkLst>
            <pc:docMk/>
            <pc:sldMk cId="3613576106" sldId="262"/>
            <ac:picMk id="8" creationId="{168A3EA4-1680-C657-0DBE-BC8E5831C0E2}"/>
          </ac:picMkLst>
        </pc:picChg>
      </pc:sldChg>
      <pc:sldChg chg="addSp modSp mod">
        <pc:chgData name="Geetha Ramu" userId="4b09721da92006b6" providerId="LiveId" clId="{3EF5DA11-7FD7-4A26-B056-9031DE8CD375}" dt="2025-08-20T03:49:18.391" v="1913"/>
        <pc:sldMkLst>
          <pc:docMk/>
          <pc:sldMk cId="3061892203" sldId="263"/>
        </pc:sldMkLst>
        <pc:spChg chg="mod">
          <ac:chgData name="Geetha Ramu" userId="4b09721da92006b6" providerId="LiveId" clId="{3EF5DA11-7FD7-4A26-B056-9031DE8CD375}" dt="2025-08-20T03:49:11.377" v="1911" actId="1076"/>
          <ac:spMkLst>
            <pc:docMk/>
            <pc:sldMk cId="3061892203" sldId="263"/>
            <ac:spMk id="9" creationId="{FA5E2B60-1ECF-0385-E700-AD4109C4D2B2}"/>
          </ac:spMkLst>
        </pc:spChg>
        <pc:picChg chg="add mod">
          <ac:chgData name="Geetha Ramu" userId="4b09721da92006b6" providerId="LiveId" clId="{3EF5DA11-7FD7-4A26-B056-9031DE8CD375}" dt="2025-08-20T03:49:18.391" v="1913"/>
          <ac:picMkLst>
            <pc:docMk/>
            <pc:sldMk cId="3061892203" sldId="263"/>
            <ac:picMk id="2" creationId="{30FB88A1-1FD8-6448-A873-21064606D718}"/>
          </ac:picMkLst>
        </pc:picChg>
        <pc:picChg chg="mod">
          <ac:chgData name="Geetha Ramu" userId="4b09721da92006b6" providerId="LiveId" clId="{3EF5DA11-7FD7-4A26-B056-9031DE8CD375}" dt="2025-08-20T03:49:15.686" v="1912" actId="1076"/>
          <ac:picMkLst>
            <pc:docMk/>
            <pc:sldMk cId="3061892203" sldId="263"/>
            <ac:picMk id="8" creationId="{648488C8-F6A7-D85D-F861-5EF18B9C476B}"/>
          </ac:picMkLst>
        </pc:picChg>
      </pc:sldChg>
      <pc:sldChg chg="addSp modSp mod">
        <pc:chgData name="Geetha Ramu" userId="4b09721da92006b6" providerId="LiveId" clId="{3EF5DA11-7FD7-4A26-B056-9031DE8CD375}" dt="2025-08-20T03:49:33.207" v="1916"/>
        <pc:sldMkLst>
          <pc:docMk/>
          <pc:sldMk cId="820039410" sldId="264"/>
        </pc:sldMkLst>
        <pc:spChg chg="mod">
          <ac:chgData name="Geetha Ramu" userId="4b09721da92006b6" providerId="LiveId" clId="{3EF5DA11-7FD7-4A26-B056-9031DE8CD375}" dt="2025-08-20T03:49:28.128" v="1914" actId="1076"/>
          <ac:spMkLst>
            <pc:docMk/>
            <pc:sldMk cId="820039410" sldId="264"/>
            <ac:spMk id="9" creationId="{501AE6E9-F749-6FC9-291A-3ED8698B3E16}"/>
          </ac:spMkLst>
        </pc:spChg>
        <pc:picChg chg="add mod">
          <ac:chgData name="Geetha Ramu" userId="4b09721da92006b6" providerId="LiveId" clId="{3EF5DA11-7FD7-4A26-B056-9031DE8CD375}" dt="2025-08-20T03:49:33.207" v="1916"/>
          <ac:picMkLst>
            <pc:docMk/>
            <pc:sldMk cId="820039410" sldId="264"/>
            <ac:picMk id="2" creationId="{00D9FE96-EBBF-7AFF-BD57-574AE51071D1}"/>
          </ac:picMkLst>
        </pc:picChg>
        <pc:picChg chg="mod">
          <ac:chgData name="Geetha Ramu" userId="4b09721da92006b6" providerId="LiveId" clId="{3EF5DA11-7FD7-4A26-B056-9031DE8CD375}" dt="2025-08-20T03:49:30.901" v="1915" actId="1076"/>
          <ac:picMkLst>
            <pc:docMk/>
            <pc:sldMk cId="820039410" sldId="264"/>
            <ac:picMk id="8" creationId="{CD85F65C-9A9D-9F9E-073D-C7EFFACFEF8D}"/>
          </ac:picMkLst>
        </pc:picChg>
      </pc:sldChg>
      <pc:sldChg chg="addSp modSp mod">
        <pc:chgData name="Geetha Ramu" userId="4b09721da92006b6" providerId="LiveId" clId="{3EF5DA11-7FD7-4A26-B056-9031DE8CD375}" dt="2025-08-20T03:49:45.745" v="1919"/>
        <pc:sldMkLst>
          <pc:docMk/>
          <pc:sldMk cId="3649218786" sldId="265"/>
        </pc:sldMkLst>
        <pc:spChg chg="mod">
          <ac:chgData name="Geetha Ramu" userId="4b09721da92006b6" providerId="LiveId" clId="{3EF5DA11-7FD7-4A26-B056-9031DE8CD375}" dt="2025-08-20T03:49:40.573" v="1917" actId="1076"/>
          <ac:spMkLst>
            <pc:docMk/>
            <pc:sldMk cId="3649218786" sldId="265"/>
            <ac:spMk id="11" creationId="{40A957E0-BD00-20D3-BFDD-F63C2821A45B}"/>
          </ac:spMkLst>
        </pc:spChg>
        <pc:picChg chg="add mod">
          <ac:chgData name="Geetha Ramu" userId="4b09721da92006b6" providerId="LiveId" clId="{3EF5DA11-7FD7-4A26-B056-9031DE8CD375}" dt="2025-08-20T03:49:45.745" v="1919"/>
          <ac:picMkLst>
            <pc:docMk/>
            <pc:sldMk cId="3649218786" sldId="265"/>
            <ac:picMk id="2" creationId="{09168A6C-20CE-A9E8-C54A-743835209F3F}"/>
          </ac:picMkLst>
        </pc:picChg>
        <pc:picChg chg="mod">
          <ac:chgData name="Geetha Ramu" userId="4b09721da92006b6" providerId="LiveId" clId="{3EF5DA11-7FD7-4A26-B056-9031DE8CD375}" dt="2025-08-20T03:49:42.935" v="1918" actId="1076"/>
          <ac:picMkLst>
            <pc:docMk/>
            <pc:sldMk cId="3649218786" sldId="265"/>
            <ac:picMk id="10" creationId="{6792A154-DDA2-1EC4-DDC1-631DFC0CDEAC}"/>
          </ac:picMkLst>
        </pc:picChg>
      </pc:sldChg>
      <pc:sldChg chg="addSp modSp mod">
        <pc:chgData name="Geetha Ramu" userId="4b09721da92006b6" providerId="LiveId" clId="{3EF5DA11-7FD7-4A26-B056-9031DE8CD375}" dt="2025-08-20T03:50:10.909" v="1923" actId="14100"/>
        <pc:sldMkLst>
          <pc:docMk/>
          <pc:sldMk cId="687917409" sldId="266"/>
        </pc:sldMkLst>
        <pc:spChg chg="mod">
          <ac:chgData name="Geetha Ramu" userId="4b09721da92006b6" providerId="LiveId" clId="{3EF5DA11-7FD7-4A26-B056-9031DE8CD375}" dt="2025-08-20T03:50:10.909" v="1923" actId="14100"/>
          <ac:spMkLst>
            <pc:docMk/>
            <pc:sldMk cId="687917409" sldId="266"/>
            <ac:spMk id="6" creationId="{343A261E-2C86-A82A-6EFC-68AB2C11B1A5}"/>
          </ac:spMkLst>
        </pc:spChg>
        <pc:spChg chg="mod">
          <ac:chgData name="Geetha Ramu" userId="4b09721da92006b6" providerId="LiveId" clId="{3EF5DA11-7FD7-4A26-B056-9031DE8CD375}" dt="2025-08-20T03:49:54.444" v="1920" actId="1076"/>
          <ac:spMkLst>
            <pc:docMk/>
            <pc:sldMk cId="687917409" sldId="266"/>
            <ac:spMk id="11" creationId="{6ED54D0B-AAE2-F912-3EBD-C66E2D514560}"/>
          </ac:spMkLst>
        </pc:spChg>
        <pc:picChg chg="add mod">
          <ac:chgData name="Geetha Ramu" userId="4b09721da92006b6" providerId="LiveId" clId="{3EF5DA11-7FD7-4A26-B056-9031DE8CD375}" dt="2025-08-20T03:50:01.684" v="1922"/>
          <ac:picMkLst>
            <pc:docMk/>
            <pc:sldMk cId="687917409" sldId="266"/>
            <ac:picMk id="2" creationId="{72676981-DEB2-FE4C-F887-10D2048FE697}"/>
          </ac:picMkLst>
        </pc:picChg>
        <pc:picChg chg="mod">
          <ac:chgData name="Geetha Ramu" userId="4b09721da92006b6" providerId="LiveId" clId="{3EF5DA11-7FD7-4A26-B056-9031DE8CD375}" dt="2025-08-20T03:49:57.746" v="1921" actId="1076"/>
          <ac:picMkLst>
            <pc:docMk/>
            <pc:sldMk cId="687917409" sldId="266"/>
            <ac:picMk id="10" creationId="{80F1284D-9A96-2903-D6A6-FBB31AA4F68C}"/>
          </ac:picMkLst>
        </pc:picChg>
      </pc:sldChg>
      <pc:sldChg chg="addSp delSp modSp mod">
        <pc:chgData name="Geetha Ramu" userId="4b09721da92006b6" providerId="LiveId" clId="{3EF5DA11-7FD7-4A26-B056-9031DE8CD375}" dt="2025-08-20T03:50:48.949" v="1928" actId="1076"/>
        <pc:sldMkLst>
          <pc:docMk/>
          <pc:sldMk cId="3236284600" sldId="267"/>
        </pc:sldMkLst>
        <pc:spChg chg="del">
          <ac:chgData name="Geetha Ramu" userId="4b09721da92006b6" providerId="LiveId" clId="{3EF5DA11-7FD7-4A26-B056-9031DE8CD375}" dt="2025-08-20T01:33:29.497" v="0" actId="478"/>
          <ac:spMkLst>
            <pc:docMk/>
            <pc:sldMk cId="3236284600" sldId="267"/>
            <ac:spMk id="2" creationId="{B3F8A025-E274-AD8E-7A6E-E5E19D356FE5}"/>
          </ac:spMkLst>
        </pc:spChg>
        <pc:spChg chg="del">
          <ac:chgData name="Geetha Ramu" userId="4b09721da92006b6" providerId="LiveId" clId="{3EF5DA11-7FD7-4A26-B056-9031DE8CD375}" dt="2025-08-20T01:33:34.039" v="1" actId="478"/>
          <ac:spMkLst>
            <pc:docMk/>
            <pc:sldMk cId="3236284600" sldId="267"/>
            <ac:spMk id="3" creationId="{F5A2B25A-EAE7-4A8A-A680-381EC8B6C345}"/>
          </ac:spMkLst>
        </pc:spChg>
        <pc:spChg chg="add mod">
          <ac:chgData name="Geetha Ramu" userId="4b09721da92006b6" providerId="LiveId" clId="{3EF5DA11-7FD7-4A26-B056-9031DE8CD375}" dt="2025-08-20T01:35:28.840" v="24" actId="207"/>
          <ac:spMkLst>
            <pc:docMk/>
            <pc:sldMk cId="3236284600" sldId="267"/>
            <ac:spMk id="6" creationId="{8DAC5372-4651-6E89-7CDF-6DC6A6A89429}"/>
          </ac:spMkLst>
        </pc:spChg>
        <pc:spChg chg="add mod">
          <ac:chgData name="Geetha Ramu" userId="4b09721da92006b6" providerId="LiveId" clId="{3EF5DA11-7FD7-4A26-B056-9031DE8CD375}" dt="2025-08-20T03:50:44.691" v="1927" actId="1076"/>
          <ac:spMkLst>
            <pc:docMk/>
            <pc:sldMk cId="3236284600" sldId="267"/>
            <ac:spMk id="9" creationId="{BB1DE33C-1DD9-6EBB-2646-175B29E9F44F}"/>
          </ac:spMkLst>
        </pc:spChg>
        <pc:picChg chg="add mod">
          <ac:chgData name="Geetha Ramu" userId="4b09721da92006b6" providerId="LiveId" clId="{3EF5DA11-7FD7-4A26-B056-9031DE8CD375}" dt="2025-08-20T03:50:38.834" v="1926" actId="1076"/>
          <ac:picMkLst>
            <pc:docMk/>
            <pc:sldMk cId="3236284600" sldId="267"/>
            <ac:picMk id="2" creationId="{FDE8C0E4-800B-4CE6-E6FD-4668479B1212}"/>
          </ac:picMkLst>
        </pc:picChg>
        <pc:picChg chg="add mod">
          <ac:chgData name="Geetha Ramu" userId="4b09721da92006b6" providerId="LiveId" clId="{3EF5DA11-7FD7-4A26-B056-9031DE8CD375}" dt="2025-08-20T01:33:52.926" v="2" actId="931"/>
          <ac:picMkLst>
            <pc:docMk/>
            <pc:sldMk cId="3236284600" sldId="267"/>
            <ac:picMk id="5" creationId="{F96535E8-BC85-88E6-EB73-94CC7DE8C0AA}"/>
          </ac:picMkLst>
        </pc:picChg>
        <pc:picChg chg="add mod modCrop">
          <ac:chgData name="Geetha Ramu" userId="4b09721da92006b6" providerId="LiveId" clId="{3EF5DA11-7FD7-4A26-B056-9031DE8CD375}" dt="2025-08-20T03:50:48.949" v="1928" actId="1076"/>
          <ac:picMkLst>
            <pc:docMk/>
            <pc:sldMk cId="3236284600" sldId="267"/>
            <ac:picMk id="8" creationId="{C8A8F6FE-B878-E325-6FA9-EB95EB7C2B01}"/>
          </ac:picMkLst>
        </pc:picChg>
      </pc:sldChg>
      <pc:sldChg chg="addSp delSp modSp new mod">
        <pc:chgData name="Geetha Ramu" userId="4b09721da92006b6" providerId="LiveId" clId="{3EF5DA11-7FD7-4A26-B056-9031DE8CD375}" dt="2025-08-20T03:51:09.801" v="1932" actId="1076"/>
        <pc:sldMkLst>
          <pc:docMk/>
          <pc:sldMk cId="957262989" sldId="268"/>
        </pc:sldMkLst>
        <pc:spChg chg="del">
          <ac:chgData name="Geetha Ramu" userId="4b09721da92006b6" providerId="LiveId" clId="{3EF5DA11-7FD7-4A26-B056-9031DE8CD375}" dt="2025-08-20T01:41:33.593" v="164" actId="478"/>
          <ac:spMkLst>
            <pc:docMk/>
            <pc:sldMk cId="957262989" sldId="268"/>
            <ac:spMk id="2" creationId="{2A973E9C-3CFD-FEE0-2868-9B9A4F9B4A6E}"/>
          </ac:spMkLst>
        </pc:spChg>
        <pc:spChg chg="del">
          <ac:chgData name="Geetha Ramu" userId="4b09721da92006b6" providerId="LiveId" clId="{3EF5DA11-7FD7-4A26-B056-9031DE8CD375}" dt="2025-08-20T01:41:36.797" v="165" actId="478"/>
          <ac:spMkLst>
            <pc:docMk/>
            <pc:sldMk cId="957262989" sldId="268"/>
            <ac:spMk id="3" creationId="{69E6E38A-2E04-6A4E-9E46-939DE5249206}"/>
          </ac:spMkLst>
        </pc:spChg>
        <pc:spChg chg="add mod">
          <ac:chgData name="Geetha Ramu" userId="4b09721da92006b6" providerId="LiveId" clId="{3EF5DA11-7FD7-4A26-B056-9031DE8CD375}" dt="2025-08-20T01:43:28.368" v="198" actId="207"/>
          <ac:spMkLst>
            <pc:docMk/>
            <pc:sldMk cId="957262989" sldId="268"/>
            <ac:spMk id="6" creationId="{1CC913E3-89FD-4D08-E4D8-889F2D89A022}"/>
          </ac:spMkLst>
        </pc:spChg>
        <pc:spChg chg="add mod">
          <ac:chgData name="Geetha Ramu" userId="4b09721da92006b6" providerId="LiveId" clId="{3EF5DA11-7FD7-4A26-B056-9031DE8CD375}" dt="2025-08-20T03:50:58.298" v="1929" actId="1076"/>
          <ac:spMkLst>
            <pc:docMk/>
            <pc:sldMk cId="957262989" sldId="268"/>
            <ac:spMk id="9" creationId="{A8E4B555-F8F8-C016-1B55-A919ED37C3DD}"/>
          </ac:spMkLst>
        </pc:spChg>
        <pc:picChg chg="add mod">
          <ac:chgData name="Geetha Ramu" userId="4b09721da92006b6" providerId="LiveId" clId="{3EF5DA11-7FD7-4A26-B056-9031DE8CD375}" dt="2025-08-20T03:51:09.801" v="1932" actId="1076"/>
          <ac:picMkLst>
            <pc:docMk/>
            <pc:sldMk cId="957262989" sldId="268"/>
            <ac:picMk id="2" creationId="{70F1016F-A231-88DB-BA08-2C20ACB61254}"/>
          </ac:picMkLst>
        </pc:picChg>
        <pc:picChg chg="add mod">
          <ac:chgData name="Geetha Ramu" userId="4b09721da92006b6" providerId="LiveId" clId="{3EF5DA11-7FD7-4A26-B056-9031DE8CD375}" dt="2025-08-20T01:41:56.035" v="166" actId="931"/>
          <ac:picMkLst>
            <pc:docMk/>
            <pc:sldMk cId="957262989" sldId="268"/>
            <ac:picMk id="5" creationId="{8BA387E2-2B45-E0E5-C08D-BBF0F7282D1A}"/>
          </ac:picMkLst>
        </pc:picChg>
        <pc:picChg chg="add mod">
          <ac:chgData name="Geetha Ramu" userId="4b09721da92006b6" providerId="LiveId" clId="{3EF5DA11-7FD7-4A26-B056-9031DE8CD375}" dt="2025-08-20T03:51:03.363" v="1930" actId="1076"/>
          <ac:picMkLst>
            <pc:docMk/>
            <pc:sldMk cId="957262989" sldId="268"/>
            <ac:picMk id="8" creationId="{F625A600-0E52-B588-6E71-B8529F7F38D2}"/>
          </ac:picMkLst>
        </pc:picChg>
      </pc:sldChg>
      <pc:sldChg chg="addSp delSp modSp new mod">
        <pc:chgData name="Geetha Ramu" userId="4b09721da92006b6" providerId="LiveId" clId="{3EF5DA11-7FD7-4A26-B056-9031DE8CD375}" dt="2025-08-20T03:51:29.432" v="1936" actId="1076"/>
        <pc:sldMkLst>
          <pc:docMk/>
          <pc:sldMk cId="2956004124" sldId="269"/>
        </pc:sldMkLst>
        <pc:spChg chg="del">
          <ac:chgData name="Geetha Ramu" userId="4b09721da92006b6" providerId="LiveId" clId="{3EF5DA11-7FD7-4A26-B056-9031DE8CD375}" dt="2025-08-20T01:47:12.684" v="333" actId="478"/>
          <ac:spMkLst>
            <pc:docMk/>
            <pc:sldMk cId="2956004124" sldId="269"/>
            <ac:spMk id="2" creationId="{1BDC6071-6215-BD2C-8A6C-6D5E39A60E39}"/>
          </ac:spMkLst>
        </pc:spChg>
        <pc:spChg chg="del">
          <ac:chgData name="Geetha Ramu" userId="4b09721da92006b6" providerId="LiveId" clId="{3EF5DA11-7FD7-4A26-B056-9031DE8CD375}" dt="2025-08-20T01:47:16.147" v="334" actId="478"/>
          <ac:spMkLst>
            <pc:docMk/>
            <pc:sldMk cId="2956004124" sldId="269"/>
            <ac:spMk id="3" creationId="{A8171EEA-C493-3F07-D676-FE37A5D2C630}"/>
          </ac:spMkLst>
        </pc:spChg>
        <pc:spChg chg="add mod">
          <ac:chgData name="Geetha Ramu" userId="4b09721da92006b6" providerId="LiveId" clId="{3EF5DA11-7FD7-4A26-B056-9031DE8CD375}" dt="2025-08-20T01:49:17.229" v="371" actId="207"/>
          <ac:spMkLst>
            <pc:docMk/>
            <pc:sldMk cId="2956004124" sldId="269"/>
            <ac:spMk id="6" creationId="{2871B287-567B-504F-505D-548F60B9CDDD}"/>
          </ac:spMkLst>
        </pc:spChg>
        <pc:spChg chg="add mod">
          <ac:chgData name="Geetha Ramu" userId="4b09721da92006b6" providerId="LiveId" clId="{3EF5DA11-7FD7-4A26-B056-9031DE8CD375}" dt="2025-08-20T03:51:21.610" v="1933" actId="1076"/>
          <ac:spMkLst>
            <pc:docMk/>
            <pc:sldMk cId="2956004124" sldId="269"/>
            <ac:spMk id="9" creationId="{160DEDE2-35C5-73BC-B922-4C0CC40EF5AC}"/>
          </ac:spMkLst>
        </pc:spChg>
        <pc:picChg chg="add mod">
          <ac:chgData name="Geetha Ramu" userId="4b09721da92006b6" providerId="LiveId" clId="{3EF5DA11-7FD7-4A26-B056-9031DE8CD375}" dt="2025-08-20T03:51:29.432" v="1936" actId="1076"/>
          <ac:picMkLst>
            <pc:docMk/>
            <pc:sldMk cId="2956004124" sldId="269"/>
            <ac:picMk id="2" creationId="{B0A0C4B2-136F-9648-E27D-E9D5EDA61FDE}"/>
          </ac:picMkLst>
        </pc:picChg>
        <pc:picChg chg="add mod">
          <ac:chgData name="Geetha Ramu" userId="4b09721da92006b6" providerId="LiveId" clId="{3EF5DA11-7FD7-4A26-B056-9031DE8CD375}" dt="2025-08-20T01:47:39.464" v="335" actId="931"/>
          <ac:picMkLst>
            <pc:docMk/>
            <pc:sldMk cId="2956004124" sldId="269"/>
            <ac:picMk id="5" creationId="{449A3DF1-72A5-F488-38F0-4936C61D739E}"/>
          </ac:picMkLst>
        </pc:picChg>
        <pc:picChg chg="add mod">
          <ac:chgData name="Geetha Ramu" userId="4b09721da92006b6" providerId="LiveId" clId="{3EF5DA11-7FD7-4A26-B056-9031DE8CD375}" dt="2025-08-20T03:51:23.656" v="1934" actId="1076"/>
          <ac:picMkLst>
            <pc:docMk/>
            <pc:sldMk cId="2956004124" sldId="269"/>
            <ac:picMk id="8" creationId="{22755079-6A55-38E0-75A1-5A95A4F987B7}"/>
          </ac:picMkLst>
        </pc:picChg>
      </pc:sldChg>
      <pc:sldChg chg="addSp delSp modSp new mod">
        <pc:chgData name="Geetha Ramu" userId="4b09721da92006b6" providerId="LiveId" clId="{3EF5DA11-7FD7-4A26-B056-9031DE8CD375}" dt="2025-08-20T03:51:57.411" v="1940" actId="1076"/>
        <pc:sldMkLst>
          <pc:docMk/>
          <pc:sldMk cId="3457478228" sldId="270"/>
        </pc:sldMkLst>
        <pc:spChg chg="del">
          <ac:chgData name="Geetha Ramu" userId="4b09721da92006b6" providerId="LiveId" clId="{3EF5DA11-7FD7-4A26-B056-9031DE8CD375}" dt="2025-08-20T02:27:32.440" v="544" actId="478"/>
          <ac:spMkLst>
            <pc:docMk/>
            <pc:sldMk cId="3457478228" sldId="270"/>
            <ac:spMk id="2" creationId="{63DFC842-E214-E7DD-DEE3-B437ECC90CEB}"/>
          </ac:spMkLst>
        </pc:spChg>
        <pc:spChg chg="del">
          <ac:chgData name="Geetha Ramu" userId="4b09721da92006b6" providerId="LiveId" clId="{3EF5DA11-7FD7-4A26-B056-9031DE8CD375}" dt="2025-08-20T02:27:36.021" v="545" actId="478"/>
          <ac:spMkLst>
            <pc:docMk/>
            <pc:sldMk cId="3457478228" sldId="270"/>
            <ac:spMk id="3" creationId="{BEC0AE19-76B7-FBE7-5E31-2AE6DD7498FD}"/>
          </ac:spMkLst>
        </pc:spChg>
        <pc:spChg chg="add mod">
          <ac:chgData name="Geetha Ramu" userId="4b09721da92006b6" providerId="LiveId" clId="{3EF5DA11-7FD7-4A26-B056-9031DE8CD375}" dt="2025-08-20T02:30:13.531" v="600" actId="14100"/>
          <ac:spMkLst>
            <pc:docMk/>
            <pc:sldMk cId="3457478228" sldId="270"/>
            <ac:spMk id="6" creationId="{3CCC423D-D9CD-0DE1-E164-3D299CAA96A6}"/>
          </ac:spMkLst>
        </pc:spChg>
        <pc:spChg chg="add mod">
          <ac:chgData name="Geetha Ramu" userId="4b09721da92006b6" providerId="LiveId" clId="{3EF5DA11-7FD7-4A26-B056-9031DE8CD375}" dt="2025-08-20T03:51:36.293" v="1937" actId="1076"/>
          <ac:spMkLst>
            <pc:docMk/>
            <pc:sldMk cId="3457478228" sldId="270"/>
            <ac:spMk id="9" creationId="{D4162D0E-1313-BB14-44C2-E2898F68702B}"/>
          </ac:spMkLst>
        </pc:spChg>
        <pc:picChg chg="add mod">
          <ac:chgData name="Geetha Ramu" userId="4b09721da92006b6" providerId="LiveId" clId="{3EF5DA11-7FD7-4A26-B056-9031DE8CD375}" dt="2025-08-20T03:51:57.411" v="1940" actId="1076"/>
          <ac:picMkLst>
            <pc:docMk/>
            <pc:sldMk cId="3457478228" sldId="270"/>
            <ac:picMk id="2" creationId="{01726B49-083A-8B9A-4B86-686D61B07336}"/>
          </ac:picMkLst>
        </pc:picChg>
        <pc:picChg chg="add mod">
          <ac:chgData name="Geetha Ramu" userId="4b09721da92006b6" providerId="LiveId" clId="{3EF5DA11-7FD7-4A26-B056-9031DE8CD375}" dt="2025-08-20T02:28:19.672" v="546" actId="931"/>
          <ac:picMkLst>
            <pc:docMk/>
            <pc:sldMk cId="3457478228" sldId="270"/>
            <ac:picMk id="5" creationId="{89D26053-FE9D-C7D2-D25D-15BB6C736910}"/>
          </ac:picMkLst>
        </pc:picChg>
        <pc:picChg chg="add mod modCrop">
          <ac:chgData name="Geetha Ramu" userId="4b09721da92006b6" providerId="LiveId" clId="{3EF5DA11-7FD7-4A26-B056-9031DE8CD375}" dt="2025-08-20T03:51:43.718" v="1938" actId="1076"/>
          <ac:picMkLst>
            <pc:docMk/>
            <pc:sldMk cId="3457478228" sldId="270"/>
            <ac:picMk id="8" creationId="{7DA8896A-3D80-1A05-69AB-9DE23D8604C8}"/>
          </ac:picMkLst>
        </pc:picChg>
      </pc:sldChg>
      <pc:sldChg chg="addSp delSp modSp new mod">
        <pc:chgData name="Geetha Ramu" userId="4b09721da92006b6" providerId="LiveId" clId="{3EF5DA11-7FD7-4A26-B056-9031DE8CD375}" dt="2025-08-20T03:52:23.974" v="1944" actId="1076"/>
        <pc:sldMkLst>
          <pc:docMk/>
          <pc:sldMk cId="1638048570" sldId="271"/>
        </pc:sldMkLst>
        <pc:spChg chg="del">
          <ac:chgData name="Geetha Ramu" userId="4b09721da92006b6" providerId="LiveId" clId="{3EF5DA11-7FD7-4A26-B056-9031DE8CD375}" dt="2025-08-20T02:34:12.687" v="739" actId="478"/>
          <ac:spMkLst>
            <pc:docMk/>
            <pc:sldMk cId="1638048570" sldId="271"/>
            <ac:spMk id="2" creationId="{3AE9FB1D-1EB2-531D-FB71-5F3E87BA2078}"/>
          </ac:spMkLst>
        </pc:spChg>
        <pc:spChg chg="del">
          <ac:chgData name="Geetha Ramu" userId="4b09721da92006b6" providerId="LiveId" clId="{3EF5DA11-7FD7-4A26-B056-9031DE8CD375}" dt="2025-08-20T02:34:16.412" v="740" actId="478"/>
          <ac:spMkLst>
            <pc:docMk/>
            <pc:sldMk cId="1638048570" sldId="271"/>
            <ac:spMk id="3" creationId="{40F75F46-E11C-DAC0-CABC-247BDBFCF098}"/>
          </ac:spMkLst>
        </pc:spChg>
        <pc:spChg chg="add mod">
          <ac:chgData name="Geetha Ramu" userId="4b09721da92006b6" providerId="LiveId" clId="{3EF5DA11-7FD7-4A26-B056-9031DE8CD375}" dt="2025-08-20T02:36:14.258" v="781" actId="14100"/>
          <ac:spMkLst>
            <pc:docMk/>
            <pc:sldMk cId="1638048570" sldId="271"/>
            <ac:spMk id="6" creationId="{C8F7A7E3-0D90-FE22-73D5-D326001A5B97}"/>
          </ac:spMkLst>
        </pc:spChg>
        <pc:spChg chg="add mod">
          <ac:chgData name="Geetha Ramu" userId="4b09721da92006b6" providerId="LiveId" clId="{3EF5DA11-7FD7-4A26-B056-9031DE8CD375}" dt="2025-08-20T03:52:13.236" v="1941" actId="1076"/>
          <ac:spMkLst>
            <pc:docMk/>
            <pc:sldMk cId="1638048570" sldId="271"/>
            <ac:spMk id="9" creationId="{DDD583D8-8AEF-AF66-3AFC-A2C4889EC6B4}"/>
          </ac:spMkLst>
        </pc:spChg>
        <pc:picChg chg="add mod">
          <ac:chgData name="Geetha Ramu" userId="4b09721da92006b6" providerId="LiveId" clId="{3EF5DA11-7FD7-4A26-B056-9031DE8CD375}" dt="2025-08-20T03:52:23.974" v="1944" actId="1076"/>
          <ac:picMkLst>
            <pc:docMk/>
            <pc:sldMk cId="1638048570" sldId="271"/>
            <ac:picMk id="2" creationId="{240461D1-FBDF-F96A-03E1-5BC43B87D7B9}"/>
          </ac:picMkLst>
        </pc:picChg>
        <pc:picChg chg="add mod">
          <ac:chgData name="Geetha Ramu" userId="4b09721da92006b6" providerId="LiveId" clId="{3EF5DA11-7FD7-4A26-B056-9031DE8CD375}" dt="2025-08-20T02:34:43.057" v="741" actId="931"/>
          <ac:picMkLst>
            <pc:docMk/>
            <pc:sldMk cId="1638048570" sldId="271"/>
            <ac:picMk id="5" creationId="{161287B0-9338-436A-2AC4-B1A23D9DCD9F}"/>
          </ac:picMkLst>
        </pc:picChg>
        <pc:picChg chg="add mod">
          <ac:chgData name="Geetha Ramu" userId="4b09721da92006b6" providerId="LiveId" clId="{3EF5DA11-7FD7-4A26-B056-9031DE8CD375}" dt="2025-08-20T03:52:16.395" v="1942" actId="1076"/>
          <ac:picMkLst>
            <pc:docMk/>
            <pc:sldMk cId="1638048570" sldId="271"/>
            <ac:picMk id="8" creationId="{37A96326-D37F-81B2-EC4F-DD14ADF43061}"/>
          </ac:picMkLst>
        </pc:picChg>
      </pc:sldChg>
      <pc:sldChg chg="addSp delSp modSp new mod">
        <pc:chgData name="Geetha Ramu" userId="4b09721da92006b6" providerId="LiveId" clId="{3EF5DA11-7FD7-4A26-B056-9031DE8CD375}" dt="2025-08-20T03:52:41.851" v="1947"/>
        <pc:sldMkLst>
          <pc:docMk/>
          <pc:sldMk cId="2578151549" sldId="272"/>
        </pc:sldMkLst>
        <pc:spChg chg="del">
          <ac:chgData name="Geetha Ramu" userId="4b09721da92006b6" providerId="LiveId" clId="{3EF5DA11-7FD7-4A26-B056-9031DE8CD375}" dt="2025-08-20T02:39:45.377" v="888" actId="478"/>
          <ac:spMkLst>
            <pc:docMk/>
            <pc:sldMk cId="2578151549" sldId="272"/>
            <ac:spMk id="2" creationId="{37BA3C4C-62DA-80F1-52F2-BC10D73ACD75}"/>
          </ac:spMkLst>
        </pc:spChg>
        <pc:spChg chg="del">
          <ac:chgData name="Geetha Ramu" userId="4b09721da92006b6" providerId="LiveId" clId="{3EF5DA11-7FD7-4A26-B056-9031DE8CD375}" dt="2025-08-20T02:39:48.324" v="889" actId="478"/>
          <ac:spMkLst>
            <pc:docMk/>
            <pc:sldMk cId="2578151549" sldId="272"/>
            <ac:spMk id="3" creationId="{FCA44A16-24B5-6198-5793-676536D15111}"/>
          </ac:spMkLst>
        </pc:spChg>
        <pc:spChg chg="add mod">
          <ac:chgData name="Geetha Ramu" userId="4b09721da92006b6" providerId="LiveId" clId="{3EF5DA11-7FD7-4A26-B056-9031DE8CD375}" dt="2025-08-20T02:45:38.297" v="941" actId="14100"/>
          <ac:spMkLst>
            <pc:docMk/>
            <pc:sldMk cId="2578151549" sldId="272"/>
            <ac:spMk id="6" creationId="{81EE8C02-3367-645C-1FCE-DC9CAC5B5310}"/>
          </ac:spMkLst>
        </pc:spChg>
        <pc:spChg chg="add mod">
          <ac:chgData name="Geetha Ramu" userId="4b09721da92006b6" providerId="LiveId" clId="{3EF5DA11-7FD7-4A26-B056-9031DE8CD375}" dt="2025-08-20T03:52:33.698" v="1945" actId="1076"/>
          <ac:spMkLst>
            <pc:docMk/>
            <pc:sldMk cId="2578151549" sldId="272"/>
            <ac:spMk id="9" creationId="{316C0D4A-E8FA-83A2-D9F2-2A34D62C1D89}"/>
          </ac:spMkLst>
        </pc:spChg>
        <pc:picChg chg="add mod">
          <ac:chgData name="Geetha Ramu" userId="4b09721da92006b6" providerId="LiveId" clId="{3EF5DA11-7FD7-4A26-B056-9031DE8CD375}" dt="2025-08-20T03:52:41.851" v="1947"/>
          <ac:picMkLst>
            <pc:docMk/>
            <pc:sldMk cId="2578151549" sldId="272"/>
            <ac:picMk id="2" creationId="{72B71CEB-EBB2-9E17-88A7-2843C50B8573}"/>
          </ac:picMkLst>
        </pc:picChg>
        <pc:picChg chg="add mod">
          <ac:chgData name="Geetha Ramu" userId="4b09721da92006b6" providerId="LiveId" clId="{3EF5DA11-7FD7-4A26-B056-9031DE8CD375}" dt="2025-08-20T02:40:07.247" v="890" actId="931"/>
          <ac:picMkLst>
            <pc:docMk/>
            <pc:sldMk cId="2578151549" sldId="272"/>
            <ac:picMk id="5" creationId="{557E8E61-E987-D83A-967D-A1414C0DFBC3}"/>
          </ac:picMkLst>
        </pc:picChg>
        <pc:picChg chg="add mod modCrop">
          <ac:chgData name="Geetha Ramu" userId="4b09721da92006b6" providerId="LiveId" clId="{3EF5DA11-7FD7-4A26-B056-9031DE8CD375}" dt="2025-08-20T03:52:38.363" v="1946" actId="1076"/>
          <ac:picMkLst>
            <pc:docMk/>
            <pc:sldMk cId="2578151549" sldId="272"/>
            <ac:picMk id="8" creationId="{394C4F52-DBB6-524D-9BAD-EF915B423FB4}"/>
          </ac:picMkLst>
        </pc:picChg>
      </pc:sldChg>
      <pc:sldChg chg="addSp delSp modSp new mod">
        <pc:chgData name="Geetha Ramu" userId="4b09721da92006b6" providerId="LiveId" clId="{3EF5DA11-7FD7-4A26-B056-9031DE8CD375}" dt="2025-08-20T03:52:54.438" v="1950"/>
        <pc:sldMkLst>
          <pc:docMk/>
          <pc:sldMk cId="3408863917" sldId="273"/>
        </pc:sldMkLst>
        <pc:spChg chg="del">
          <ac:chgData name="Geetha Ramu" userId="4b09721da92006b6" providerId="LiveId" clId="{3EF5DA11-7FD7-4A26-B056-9031DE8CD375}" dt="2025-08-20T02:50:50.153" v="1091" actId="478"/>
          <ac:spMkLst>
            <pc:docMk/>
            <pc:sldMk cId="3408863917" sldId="273"/>
            <ac:spMk id="2" creationId="{5CA0F07C-5185-1AD2-5E03-9425AF2AB88A}"/>
          </ac:spMkLst>
        </pc:spChg>
        <pc:spChg chg="del">
          <ac:chgData name="Geetha Ramu" userId="4b09721da92006b6" providerId="LiveId" clId="{3EF5DA11-7FD7-4A26-B056-9031DE8CD375}" dt="2025-08-20T02:50:52.735" v="1092" actId="478"/>
          <ac:spMkLst>
            <pc:docMk/>
            <pc:sldMk cId="3408863917" sldId="273"/>
            <ac:spMk id="3" creationId="{A4E39B16-0019-FD9B-FA74-3CE773E50063}"/>
          </ac:spMkLst>
        </pc:spChg>
        <pc:spChg chg="add mod">
          <ac:chgData name="Geetha Ramu" userId="4b09721da92006b6" providerId="LiveId" clId="{3EF5DA11-7FD7-4A26-B056-9031DE8CD375}" dt="2025-08-20T02:52:39.988" v="1134" actId="14100"/>
          <ac:spMkLst>
            <pc:docMk/>
            <pc:sldMk cId="3408863917" sldId="273"/>
            <ac:spMk id="6" creationId="{338157EC-3CF7-7191-1054-5D8E8914886B}"/>
          </ac:spMkLst>
        </pc:spChg>
        <pc:spChg chg="add mod">
          <ac:chgData name="Geetha Ramu" userId="4b09721da92006b6" providerId="LiveId" clId="{3EF5DA11-7FD7-4A26-B056-9031DE8CD375}" dt="2025-08-20T03:52:48.734" v="1948" actId="1076"/>
          <ac:spMkLst>
            <pc:docMk/>
            <pc:sldMk cId="3408863917" sldId="273"/>
            <ac:spMk id="9" creationId="{6FEC5955-D06F-86BF-1E50-F8E2BF0E0B11}"/>
          </ac:spMkLst>
        </pc:spChg>
        <pc:picChg chg="add mod">
          <ac:chgData name="Geetha Ramu" userId="4b09721da92006b6" providerId="LiveId" clId="{3EF5DA11-7FD7-4A26-B056-9031DE8CD375}" dt="2025-08-20T03:52:54.438" v="1950"/>
          <ac:picMkLst>
            <pc:docMk/>
            <pc:sldMk cId="3408863917" sldId="273"/>
            <ac:picMk id="2" creationId="{F90FC080-1103-75A9-E7D8-5A07ABEFE5FB}"/>
          </ac:picMkLst>
        </pc:picChg>
        <pc:picChg chg="add mod">
          <ac:chgData name="Geetha Ramu" userId="4b09721da92006b6" providerId="LiveId" clId="{3EF5DA11-7FD7-4A26-B056-9031DE8CD375}" dt="2025-08-20T02:51:07.940" v="1093" actId="931"/>
          <ac:picMkLst>
            <pc:docMk/>
            <pc:sldMk cId="3408863917" sldId="273"/>
            <ac:picMk id="5" creationId="{B27068BB-BBCA-BB4F-1A0B-1C3EA897E58A}"/>
          </ac:picMkLst>
        </pc:picChg>
        <pc:picChg chg="add mod modCrop">
          <ac:chgData name="Geetha Ramu" userId="4b09721da92006b6" providerId="LiveId" clId="{3EF5DA11-7FD7-4A26-B056-9031DE8CD375}" dt="2025-08-20T03:52:52.140" v="1949" actId="1076"/>
          <ac:picMkLst>
            <pc:docMk/>
            <pc:sldMk cId="3408863917" sldId="273"/>
            <ac:picMk id="8" creationId="{D0FB0344-F19A-22E9-2A45-867B2FF800D1}"/>
          </ac:picMkLst>
        </pc:picChg>
      </pc:sldChg>
      <pc:sldChg chg="addSp delSp modSp new mod">
        <pc:chgData name="Geetha Ramu" userId="4b09721da92006b6" providerId="LiveId" clId="{3EF5DA11-7FD7-4A26-B056-9031DE8CD375}" dt="2025-08-20T03:53:12.505" v="1954" actId="1076"/>
        <pc:sldMkLst>
          <pc:docMk/>
          <pc:sldMk cId="3084891267" sldId="274"/>
        </pc:sldMkLst>
        <pc:spChg chg="del">
          <ac:chgData name="Geetha Ramu" userId="4b09721da92006b6" providerId="LiveId" clId="{3EF5DA11-7FD7-4A26-B056-9031DE8CD375}" dt="2025-08-20T02:58:55.621" v="1247" actId="478"/>
          <ac:spMkLst>
            <pc:docMk/>
            <pc:sldMk cId="3084891267" sldId="274"/>
            <ac:spMk id="2" creationId="{DF1A19D8-59CE-61D3-D867-8CC4940063B1}"/>
          </ac:spMkLst>
        </pc:spChg>
        <pc:spChg chg="del">
          <ac:chgData name="Geetha Ramu" userId="4b09721da92006b6" providerId="LiveId" clId="{3EF5DA11-7FD7-4A26-B056-9031DE8CD375}" dt="2025-08-20T02:58:58.276" v="1248" actId="478"/>
          <ac:spMkLst>
            <pc:docMk/>
            <pc:sldMk cId="3084891267" sldId="274"/>
            <ac:spMk id="3" creationId="{B0A52CE4-3EFB-D1FF-E8BE-23E5F57722C0}"/>
          </ac:spMkLst>
        </pc:spChg>
        <pc:spChg chg="add mod">
          <ac:chgData name="Geetha Ramu" userId="4b09721da92006b6" providerId="LiveId" clId="{3EF5DA11-7FD7-4A26-B056-9031DE8CD375}" dt="2025-08-20T03:01:22.076" v="1290" actId="14100"/>
          <ac:spMkLst>
            <pc:docMk/>
            <pc:sldMk cId="3084891267" sldId="274"/>
            <ac:spMk id="6" creationId="{A91454CC-4A80-CFCA-E56C-542AC75DD96D}"/>
          </ac:spMkLst>
        </pc:spChg>
        <pc:spChg chg="add mod">
          <ac:chgData name="Geetha Ramu" userId="4b09721da92006b6" providerId="LiveId" clId="{3EF5DA11-7FD7-4A26-B056-9031DE8CD375}" dt="2025-08-20T03:53:01.962" v="1951" actId="1076"/>
          <ac:spMkLst>
            <pc:docMk/>
            <pc:sldMk cId="3084891267" sldId="274"/>
            <ac:spMk id="9" creationId="{E2B5C309-E4CC-5E92-DEA3-1542C85A4FC4}"/>
          </ac:spMkLst>
        </pc:spChg>
        <pc:picChg chg="add mod">
          <ac:chgData name="Geetha Ramu" userId="4b09721da92006b6" providerId="LiveId" clId="{3EF5DA11-7FD7-4A26-B056-9031DE8CD375}" dt="2025-08-20T03:53:12.505" v="1954" actId="1076"/>
          <ac:picMkLst>
            <pc:docMk/>
            <pc:sldMk cId="3084891267" sldId="274"/>
            <ac:picMk id="2" creationId="{C2F3ED0F-14B3-E39D-E1FD-536C5E343B51}"/>
          </ac:picMkLst>
        </pc:picChg>
        <pc:picChg chg="add mod">
          <ac:chgData name="Geetha Ramu" userId="4b09721da92006b6" providerId="LiveId" clId="{3EF5DA11-7FD7-4A26-B056-9031DE8CD375}" dt="2025-08-20T02:59:17.014" v="1249" actId="931"/>
          <ac:picMkLst>
            <pc:docMk/>
            <pc:sldMk cId="3084891267" sldId="274"/>
            <ac:picMk id="5" creationId="{A87B4D5C-FBF5-4CFD-A8E4-509459D8ABE6}"/>
          </ac:picMkLst>
        </pc:picChg>
        <pc:picChg chg="add mod modCrop">
          <ac:chgData name="Geetha Ramu" userId="4b09721da92006b6" providerId="LiveId" clId="{3EF5DA11-7FD7-4A26-B056-9031DE8CD375}" dt="2025-08-20T03:53:06.843" v="1952" actId="1076"/>
          <ac:picMkLst>
            <pc:docMk/>
            <pc:sldMk cId="3084891267" sldId="274"/>
            <ac:picMk id="8" creationId="{924C8AF6-97F6-5F69-F964-C2A18235C1A4}"/>
          </ac:picMkLst>
        </pc:picChg>
      </pc:sldChg>
      <pc:sldChg chg="addSp delSp modSp new mod">
        <pc:chgData name="Geetha Ramu" userId="4b09721da92006b6" providerId="LiveId" clId="{3EF5DA11-7FD7-4A26-B056-9031DE8CD375}" dt="2025-08-20T03:53:31.309" v="1958" actId="1076"/>
        <pc:sldMkLst>
          <pc:docMk/>
          <pc:sldMk cId="4082662626" sldId="275"/>
        </pc:sldMkLst>
        <pc:spChg chg="del">
          <ac:chgData name="Geetha Ramu" userId="4b09721da92006b6" providerId="LiveId" clId="{3EF5DA11-7FD7-4A26-B056-9031DE8CD375}" dt="2025-08-20T03:16:38.699" v="1414" actId="478"/>
          <ac:spMkLst>
            <pc:docMk/>
            <pc:sldMk cId="4082662626" sldId="275"/>
            <ac:spMk id="2" creationId="{254F87BB-7E01-1ACC-7C3A-368C488A61AA}"/>
          </ac:spMkLst>
        </pc:spChg>
        <pc:spChg chg="del">
          <ac:chgData name="Geetha Ramu" userId="4b09721da92006b6" providerId="LiveId" clId="{3EF5DA11-7FD7-4A26-B056-9031DE8CD375}" dt="2025-08-20T03:16:41.763" v="1415" actId="478"/>
          <ac:spMkLst>
            <pc:docMk/>
            <pc:sldMk cId="4082662626" sldId="275"/>
            <ac:spMk id="3" creationId="{19A2F199-8274-07B4-BB97-FECE1729DE2A}"/>
          </ac:spMkLst>
        </pc:spChg>
        <pc:spChg chg="add mod">
          <ac:chgData name="Geetha Ramu" userId="4b09721da92006b6" providerId="LiveId" clId="{3EF5DA11-7FD7-4A26-B056-9031DE8CD375}" dt="2025-08-20T03:20:54.442" v="1469" actId="14100"/>
          <ac:spMkLst>
            <pc:docMk/>
            <pc:sldMk cId="4082662626" sldId="275"/>
            <ac:spMk id="6" creationId="{D7EACB30-63EA-6DC7-298C-FF2E6A14185E}"/>
          </ac:spMkLst>
        </pc:spChg>
        <pc:spChg chg="add mod">
          <ac:chgData name="Geetha Ramu" userId="4b09721da92006b6" providerId="LiveId" clId="{3EF5DA11-7FD7-4A26-B056-9031DE8CD375}" dt="2025-08-20T03:53:21.512" v="1955" actId="1076"/>
          <ac:spMkLst>
            <pc:docMk/>
            <pc:sldMk cId="4082662626" sldId="275"/>
            <ac:spMk id="9" creationId="{D32CF6BD-CA38-6856-57D6-513F44F3AA65}"/>
          </ac:spMkLst>
        </pc:spChg>
        <pc:picChg chg="add mod">
          <ac:chgData name="Geetha Ramu" userId="4b09721da92006b6" providerId="LiveId" clId="{3EF5DA11-7FD7-4A26-B056-9031DE8CD375}" dt="2025-08-20T03:53:31.309" v="1958" actId="1076"/>
          <ac:picMkLst>
            <pc:docMk/>
            <pc:sldMk cId="4082662626" sldId="275"/>
            <ac:picMk id="2" creationId="{89B70FD8-4F87-D814-C502-29B4B803E3CB}"/>
          </ac:picMkLst>
        </pc:picChg>
        <pc:picChg chg="add mod">
          <ac:chgData name="Geetha Ramu" userId="4b09721da92006b6" providerId="LiveId" clId="{3EF5DA11-7FD7-4A26-B056-9031DE8CD375}" dt="2025-08-20T03:16:59.041" v="1416" actId="931"/>
          <ac:picMkLst>
            <pc:docMk/>
            <pc:sldMk cId="4082662626" sldId="275"/>
            <ac:picMk id="5" creationId="{C8E46724-5661-12A6-8AE1-576A44D2AF05}"/>
          </ac:picMkLst>
        </pc:picChg>
        <pc:picChg chg="add mod">
          <ac:chgData name="Geetha Ramu" userId="4b09721da92006b6" providerId="LiveId" clId="{3EF5DA11-7FD7-4A26-B056-9031DE8CD375}" dt="2025-08-20T03:53:24.064" v="1956" actId="1076"/>
          <ac:picMkLst>
            <pc:docMk/>
            <pc:sldMk cId="4082662626" sldId="275"/>
            <ac:picMk id="8" creationId="{5EC02CA3-55C9-5ABA-3CEE-756C5734E785}"/>
          </ac:picMkLst>
        </pc:picChg>
      </pc:sldChg>
      <pc:sldChg chg="addSp delSp modSp new mod">
        <pc:chgData name="Geetha Ramu" userId="4b09721da92006b6" providerId="LiveId" clId="{3EF5DA11-7FD7-4A26-B056-9031DE8CD375}" dt="2025-08-20T03:53:53.731" v="1961"/>
        <pc:sldMkLst>
          <pc:docMk/>
          <pc:sldMk cId="3008598011" sldId="276"/>
        </pc:sldMkLst>
        <pc:spChg chg="del">
          <ac:chgData name="Geetha Ramu" userId="4b09721da92006b6" providerId="LiveId" clId="{3EF5DA11-7FD7-4A26-B056-9031DE8CD375}" dt="2025-08-20T03:28:25.311" v="1619" actId="478"/>
          <ac:spMkLst>
            <pc:docMk/>
            <pc:sldMk cId="3008598011" sldId="276"/>
            <ac:spMk id="2" creationId="{C40C8E94-161B-1F36-A613-CEF57E161B02}"/>
          </ac:spMkLst>
        </pc:spChg>
        <pc:spChg chg="del">
          <ac:chgData name="Geetha Ramu" userId="4b09721da92006b6" providerId="LiveId" clId="{3EF5DA11-7FD7-4A26-B056-9031DE8CD375}" dt="2025-08-20T03:28:28.655" v="1620" actId="478"/>
          <ac:spMkLst>
            <pc:docMk/>
            <pc:sldMk cId="3008598011" sldId="276"/>
            <ac:spMk id="3" creationId="{DE097EFB-A80F-8837-BF98-7B8D9A02EDE8}"/>
          </ac:spMkLst>
        </pc:spChg>
        <pc:spChg chg="add mod">
          <ac:chgData name="Geetha Ramu" userId="4b09721da92006b6" providerId="LiveId" clId="{3EF5DA11-7FD7-4A26-B056-9031DE8CD375}" dt="2025-08-20T03:29:55.193" v="1653" actId="207"/>
          <ac:spMkLst>
            <pc:docMk/>
            <pc:sldMk cId="3008598011" sldId="276"/>
            <ac:spMk id="6" creationId="{BBFC0DDD-4EF7-9971-DD1D-B589F0354347}"/>
          </ac:spMkLst>
        </pc:spChg>
        <pc:spChg chg="add mod">
          <ac:chgData name="Geetha Ramu" userId="4b09721da92006b6" providerId="LiveId" clId="{3EF5DA11-7FD7-4A26-B056-9031DE8CD375}" dt="2025-08-20T03:53:47.017" v="1959" actId="1076"/>
          <ac:spMkLst>
            <pc:docMk/>
            <pc:sldMk cId="3008598011" sldId="276"/>
            <ac:spMk id="9" creationId="{64493EED-F1C9-BF38-8105-36D03B145ED0}"/>
          </ac:spMkLst>
        </pc:spChg>
        <pc:picChg chg="add mod">
          <ac:chgData name="Geetha Ramu" userId="4b09721da92006b6" providerId="LiveId" clId="{3EF5DA11-7FD7-4A26-B056-9031DE8CD375}" dt="2025-08-20T03:53:53.731" v="1961"/>
          <ac:picMkLst>
            <pc:docMk/>
            <pc:sldMk cId="3008598011" sldId="276"/>
            <ac:picMk id="2" creationId="{509D37FD-8CB6-70AF-9AD3-4D789E3ACF29}"/>
          </ac:picMkLst>
        </pc:picChg>
        <pc:picChg chg="add mod">
          <ac:chgData name="Geetha Ramu" userId="4b09721da92006b6" providerId="LiveId" clId="{3EF5DA11-7FD7-4A26-B056-9031DE8CD375}" dt="2025-08-20T03:28:48.901" v="1621" actId="931"/>
          <ac:picMkLst>
            <pc:docMk/>
            <pc:sldMk cId="3008598011" sldId="276"/>
            <ac:picMk id="5" creationId="{2EDF5327-1630-1ABE-B3C9-93D7F1344A13}"/>
          </ac:picMkLst>
        </pc:picChg>
        <pc:picChg chg="add mod">
          <ac:chgData name="Geetha Ramu" userId="4b09721da92006b6" providerId="LiveId" clId="{3EF5DA11-7FD7-4A26-B056-9031DE8CD375}" dt="2025-08-20T03:53:50.777" v="1960" actId="1076"/>
          <ac:picMkLst>
            <pc:docMk/>
            <pc:sldMk cId="3008598011" sldId="276"/>
            <ac:picMk id="8" creationId="{32637282-4D9B-61CD-2D05-C6DE766FD5A0}"/>
          </ac:picMkLst>
        </pc:picChg>
      </pc:sldChg>
      <pc:sldChg chg="addSp delSp modSp new mod">
        <pc:chgData name="Geetha Ramu" userId="4b09721da92006b6" providerId="LiveId" clId="{3EF5DA11-7FD7-4A26-B056-9031DE8CD375}" dt="2025-08-20T03:54:50.509" v="1969" actId="1076"/>
        <pc:sldMkLst>
          <pc:docMk/>
          <pc:sldMk cId="96187454" sldId="277"/>
        </pc:sldMkLst>
        <pc:spChg chg="del">
          <ac:chgData name="Geetha Ramu" userId="4b09721da92006b6" providerId="LiveId" clId="{3EF5DA11-7FD7-4A26-B056-9031DE8CD375}" dt="2025-08-20T03:32:43.995" v="1781" actId="478"/>
          <ac:spMkLst>
            <pc:docMk/>
            <pc:sldMk cId="96187454" sldId="277"/>
            <ac:spMk id="2" creationId="{1A41CCF9-E99F-C06E-309A-0A7719FFB4EF}"/>
          </ac:spMkLst>
        </pc:spChg>
        <pc:spChg chg="del">
          <ac:chgData name="Geetha Ramu" userId="4b09721da92006b6" providerId="LiveId" clId="{3EF5DA11-7FD7-4A26-B056-9031DE8CD375}" dt="2025-08-20T03:32:46.782" v="1782" actId="478"/>
          <ac:spMkLst>
            <pc:docMk/>
            <pc:sldMk cId="96187454" sldId="277"/>
            <ac:spMk id="3" creationId="{B30DE1CA-6C0C-7B7D-55F3-69D2035D4400}"/>
          </ac:spMkLst>
        </pc:spChg>
        <pc:spChg chg="add del mod">
          <ac:chgData name="Geetha Ramu" userId="4b09721da92006b6" providerId="LiveId" clId="{3EF5DA11-7FD7-4A26-B056-9031DE8CD375}" dt="2025-08-20T03:33:37.262" v="1787" actId="478"/>
          <ac:spMkLst>
            <pc:docMk/>
            <pc:sldMk cId="96187454" sldId="277"/>
            <ac:spMk id="6" creationId="{B7C03F02-969F-03A9-CAE3-4CD410F23AE6}"/>
          </ac:spMkLst>
        </pc:spChg>
        <pc:spChg chg="add mod">
          <ac:chgData name="Geetha Ramu" userId="4b09721da92006b6" providerId="LiveId" clId="{3EF5DA11-7FD7-4A26-B056-9031DE8CD375}" dt="2025-08-20T03:54:15.698" v="1962" actId="1076"/>
          <ac:spMkLst>
            <pc:docMk/>
            <pc:sldMk cId="96187454" sldId="277"/>
            <ac:spMk id="7" creationId="{1A10BDB0-CBEF-7CCF-96BE-AC71DE174D2F}"/>
          </ac:spMkLst>
        </pc:spChg>
        <pc:spChg chg="add mod">
          <ac:chgData name="Geetha Ramu" userId="4b09721da92006b6" providerId="LiveId" clId="{3EF5DA11-7FD7-4A26-B056-9031DE8CD375}" dt="2025-08-20T03:37:15.562" v="1861" actId="1076"/>
          <ac:spMkLst>
            <pc:docMk/>
            <pc:sldMk cId="96187454" sldId="277"/>
            <ac:spMk id="8" creationId="{FAF02DA9-1049-1330-F476-75198E9F5C03}"/>
          </ac:spMkLst>
        </pc:spChg>
        <pc:picChg chg="add mod">
          <ac:chgData name="Geetha Ramu" userId="4b09721da92006b6" providerId="LiveId" clId="{3EF5DA11-7FD7-4A26-B056-9031DE8CD375}" dt="2025-08-20T03:54:50.509" v="1969" actId="1076"/>
          <ac:picMkLst>
            <pc:docMk/>
            <pc:sldMk cId="96187454" sldId="277"/>
            <ac:picMk id="2" creationId="{A8F01F39-1D33-3DAB-3C37-5213296CC565}"/>
          </ac:picMkLst>
        </pc:picChg>
        <pc:picChg chg="add mod">
          <ac:chgData name="Geetha Ramu" userId="4b09721da92006b6" providerId="LiveId" clId="{3EF5DA11-7FD7-4A26-B056-9031DE8CD375}" dt="2025-08-20T03:33:18.100" v="1783" actId="931"/>
          <ac:picMkLst>
            <pc:docMk/>
            <pc:sldMk cId="96187454" sldId="277"/>
            <ac:picMk id="5" creationId="{8192C05C-E533-58C0-55F6-AA6BE9B9001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EE624E-4688-D284-84A4-F4C26693C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C155BA0-A81C-C24E-3C73-862630C47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BACC570-50E1-1F6D-56D0-55FC1ED7E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E0B6-9F09-40C2-82E9-01C97FED3681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A36A3BE-940F-D18D-D590-1B104A201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4E1992B-D8B1-211C-80C4-8EC9FD1E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E0E6-6FFB-4283-8DEA-4BF373374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198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351F08-4D8B-E89E-C738-B9F648815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41F40B8-28BC-410A-29ED-F55C85548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EF41277-9877-45D9-E398-ED48BA7D5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E0B6-9F09-40C2-82E9-01C97FED3681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8C76417-B928-F4CB-B99F-28F904F7A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45F9A84-C300-28DC-0D68-1FA52B5E2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E0E6-6FFB-4283-8DEA-4BF373374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11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9D95AB-9328-2F9C-2D90-8A5C70EAF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3B266C-87AC-DF88-9D81-C02C4049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896181D-BE2D-1955-69E1-EB5CA298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E0B6-9F09-40C2-82E9-01C97FED3681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1A17534-119D-72D2-F129-4F8608EC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C8BCE10-2D8A-ACEB-A6F1-0E1EB7550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E0E6-6FFB-4283-8DEA-4BF373374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38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D14BA3-CF86-FE88-7367-062FB69AE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99E7AF-1FA0-FC17-5760-E2613557C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44C5D3F-3209-53BA-95C5-106D2541A1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27BBC4B-0095-FBDC-A4E4-D4FF3D60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E0B6-9F09-40C2-82E9-01C97FED3681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B062DE5-F3F0-A89B-2A44-94F782CF1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4BD3534-FC98-9DDE-2049-94DFB847B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E0E6-6FFB-4283-8DEA-4BF373374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8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808405-2F8C-B4C9-ED8C-225F0820B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5A5C51D-799A-1522-10FE-CB2A21980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2568582-FB0E-35F0-03DB-4D5496907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20A5BF5-A4BF-496E-DCB1-4D9C6736F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666D8A1-134A-8AB4-C3C9-1C63962756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3360963-9515-C479-F1EE-C09D97DD4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E0B6-9F09-40C2-82E9-01C97FED3681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B673259-5B8B-3275-D87D-249E403E1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17CD9FD1-7CD1-C606-EEFD-C160559B7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E0E6-6FFB-4283-8DEA-4BF373374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836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542FFE-59C1-AD09-D338-8FDC64B9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C76642C-F0B8-7D66-D4CA-8F3619439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E0B6-9F09-40C2-82E9-01C97FED3681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E137DEB-AD2E-B025-47F9-3C5199F42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AD20924-AD43-2BF4-7DD4-05619AA78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E0E6-6FFB-4283-8DEA-4BF373374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63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2D53A89-6AED-0287-2492-4068CB5BF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E0B6-9F09-40C2-82E9-01C97FED3681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A7C44CF-BF21-0767-5BF9-70EECEDA9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D9ADE9D-195A-424D-0F75-639C1E22D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E0E6-6FFB-4283-8DEA-4BF373374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211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9A5BA2-7E02-9714-6224-C5F58E0E8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E7E7EAF-3ECF-66B3-637A-56ACE57B9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5AA1ADB-197C-D5EE-8AA2-ABA922B26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7FD943E-74B4-844B-04BF-95799755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E0B6-9F09-40C2-82E9-01C97FED3681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CCAF78C-5392-3D37-71F4-0020FEBD1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7477B02-B829-A159-E553-DD3E2D988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E0E6-6FFB-4283-8DEA-4BF373374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265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AEF2978-3856-6061-9CDB-8F7233501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3D12367-DF4D-2CF4-1F69-A6444DAE81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8964FC0-98C7-C3CC-E20C-0C9D19188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9F9E6C8-E9F0-1933-9246-103EB4CEC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E0B6-9F09-40C2-82E9-01C97FED3681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4A6EEF4-74D4-1A40-982D-86EAC6501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3E1DC7-4183-7B94-1EB8-7E4FC8024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E0E6-6FFB-4283-8DEA-4BF373374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552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0F081D-74D4-9D19-5E07-48D360B12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46298E6-E079-3EFD-2E6D-FE45AE995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A8C989E-BDFE-4887-3EC1-0ACC6D71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E0B6-9F09-40C2-82E9-01C97FED3681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6D4E847-297B-422B-314F-307C38500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F53DEDD-CD1D-C38C-8B70-3B5381E44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E0E6-6FFB-4283-8DEA-4BF373374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342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60DF279-64C7-43E1-9376-AF166AAC8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7479F35-08A6-73FD-A2A2-5F1248B89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DE275F7-FDC5-5EE0-2F84-525D0DA36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9E0B6-9F09-40C2-82E9-01C97FED3681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A123A2D-42C0-5A1B-9525-00A186A5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C0D8EB-53F3-38AF-A01C-0A2B29A3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E0E6-6FFB-4283-8DEA-4BF373374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88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004562DA-6FE6-7960-8EAC-F694444B6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2414E75-F45B-AC59-11AA-EBD127F5F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9F1100E-EDF0-1E3B-F057-7E0AAAF8F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9E0B6-9F09-40C2-82E9-01C97FED3681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C87A49-9AFD-8A8C-BFD9-F6774D81C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1AFCA13-2B6D-17BF-361B-81B865621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94E0E6-6FFB-4283-8DEA-4BF373374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35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54669B4-E9BD-32BE-0AFB-849F78BBC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n open white door">
            <a:extLst>
              <a:ext uri="{FF2B5EF4-FFF2-40B4-BE49-F238E27FC236}">
                <a16:creationId xmlns:a16="http://schemas.microsoft.com/office/drawing/2014/main" xmlns="" id="{8E484B3E-53C8-BF5F-8D43-E31DEEB6E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2AA62729-EF18-1DBF-6B36-087F645FAC7F}"/>
              </a:ext>
            </a:extLst>
          </p:cNvPr>
          <p:cNvSpPr/>
          <p:nvPr/>
        </p:nvSpPr>
        <p:spPr>
          <a:xfrm>
            <a:off x="2707596" y="3687417"/>
            <a:ext cx="6727889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spc="50" dirty="0">
                <a:ln w="0"/>
                <a:solidFill>
                  <a:schemeClr val="bg2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Online Music Store </a:t>
            </a:r>
          </a:p>
          <a:p>
            <a:pPr algn="ctr"/>
            <a:r>
              <a:rPr lang="en-US" sz="2800" b="1" spc="50" dirty="0">
                <a:ln w="0"/>
                <a:solidFill>
                  <a:schemeClr val="bg2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MYSQL</a:t>
            </a:r>
            <a:endParaRPr lang="en-US" sz="2800" b="1" cap="none" spc="50" dirty="0">
              <a:ln w="0"/>
              <a:solidFill>
                <a:schemeClr val="bg2">
                  <a:lumMod val="10000"/>
                </a:schemeClr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FC20F52-54A2-AEFB-EDCA-83974AD9FF24}"/>
              </a:ext>
            </a:extLst>
          </p:cNvPr>
          <p:cNvSpPr/>
          <p:nvPr/>
        </p:nvSpPr>
        <p:spPr>
          <a:xfrm>
            <a:off x="2504311" y="2042996"/>
            <a:ext cx="718337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 dirty="0">
                <a:ln w="0"/>
                <a:solidFill>
                  <a:schemeClr val="bg2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Chinook Music Album</a:t>
            </a:r>
          </a:p>
          <a:p>
            <a:pPr algn="ctr"/>
            <a:r>
              <a:rPr lang="en-US" sz="5400" b="1" cap="none" spc="50" dirty="0">
                <a:ln w="0"/>
                <a:solidFill>
                  <a:schemeClr val="bg2">
                    <a:lumMod val="10000"/>
                  </a:schemeClr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Database</a:t>
            </a:r>
          </a:p>
        </p:txBody>
      </p:sp>
      <p:pic>
        <p:nvPicPr>
          <p:cNvPr id="3" name="Picture 2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E7A6C263-24FF-B3DB-4CF0-B22D6DCC8F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5664200" y="233718"/>
            <a:ext cx="1562100" cy="175432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193043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n open white door">
            <a:extLst>
              <a:ext uri="{FF2B5EF4-FFF2-40B4-BE49-F238E27FC236}">
                <a16:creationId xmlns:a16="http://schemas.microsoft.com/office/drawing/2014/main" xmlns="" id="{7741F3EE-9757-DD73-F70A-9620337F34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051" y="0"/>
            <a:ext cx="9206947" cy="68580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xmlns="" id="{61DABBBE-55D1-2AD8-FC91-B8A53867E28B}"/>
              </a:ext>
            </a:extLst>
          </p:cNvPr>
          <p:cNvSpPr/>
          <p:nvPr/>
        </p:nvSpPr>
        <p:spPr>
          <a:xfrm>
            <a:off x="2895600" y="188843"/>
            <a:ext cx="6400800" cy="795130"/>
          </a:xfrm>
          <a:prstGeom prst="roundRect">
            <a:avLst>
              <a:gd name="adj" fmla="val 17917"/>
            </a:avLst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BASIC SELECT STATEMENT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73D5DA28-CFFC-11B2-D7B7-99E180FC9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500" b="23500"/>
          <a:stretch>
            <a:fillRect/>
          </a:stretch>
        </p:blipFill>
        <p:spPr>
          <a:xfrm>
            <a:off x="2080590" y="1277177"/>
            <a:ext cx="8030817" cy="394583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E74D8A6D-39A6-386A-701B-6007244BBCDE}"/>
              </a:ext>
            </a:extLst>
          </p:cNvPr>
          <p:cNvSpPr/>
          <p:nvPr/>
        </p:nvSpPr>
        <p:spPr>
          <a:xfrm>
            <a:off x="2199860" y="5516217"/>
            <a:ext cx="7792278" cy="1272209"/>
          </a:xfrm>
          <a:prstGeom prst="roundRect">
            <a:avLst/>
          </a:prstGeom>
          <a:solidFill>
            <a:schemeClr val="bg1">
              <a:lumMod val="6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Retrieves the FIRSTNAME and LASTNAME of every record from the CUSTOMER table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CC17D931-17CA-91E7-EF3C-DEC90BC350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89376" y="202092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098823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n open white door">
            <a:extLst>
              <a:ext uri="{FF2B5EF4-FFF2-40B4-BE49-F238E27FC236}">
                <a16:creationId xmlns:a16="http://schemas.microsoft.com/office/drawing/2014/main" xmlns="" id="{409A17BA-A786-4C90-2D90-9828D404B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xmlns="" id="{1019787D-1DDC-2650-F8CD-E25630E88399}"/>
              </a:ext>
            </a:extLst>
          </p:cNvPr>
          <p:cNvSpPr/>
          <p:nvPr/>
        </p:nvSpPr>
        <p:spPr>
          <a:xfrm>
            <a:off x="3011556" y="129210"/>
            <a:ext cx="6331227" cy="705678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BASIC DATA RETRIEVAL IN SQL</a:t>
            </a: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166343D1-8D24-D8A9-7E66-6A7C6EB29F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6682" b="18877"/>
          <a:stretch>
            <a:fillRect/>
          </a:stretch>
        </p:blipFill>
        <p:spPr>
          <a:xfrm>
            <a:off x="2235200" y="1275521"/>
            <a:ext cx="8255000" cy="3972339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F6850E2E-AE8F-C1E3-33F8-A9580EDDFC08}"/>
              </a:ext>
            </a:extLst>
          </p:cNvPr>
          <p:cNvSpPr/>
          <p:nvPr/>
        </p:nvSpPr>
        <p:spPr>
          <a:xfrm>
            <a:off x="2235200" y="5431734"/>
            <a:ext cx="7793383" cy="134841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C2ED6D30-3D32-7ADD-8557-85E2D715B0E6}"/>
              </a:ext>
            </a:extLst>
          </p:cNvPr>
          <p:cNvSpPr txBox="1"/>
          <p:nvPr/>
        </p:nvSpPr>
        <p:spPr>
          <a:xfrm>
            <a:off x="2641097" y="5496628"/>
            <a:ext cx="72112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This query extracts specific columns-FirstName, LastName, and Title-from the EMPLOYEE table to display selected employee details</a:t>
            </a:r>
          </a:p>
          <a:p>
            <a:endParaRPr lang="en-IN" dirty="0"/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C87102A5-9DA0-2002-F133-39EAB05B62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593623" y="48039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93499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8205DEC0-7501-C1A0-2451-E13B40CBF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4E038F1B-01F1-1D4D-D692-1430703781FE}"/>
              </a:ext>
            </a:extLst>
          </p:cNvPr>
          <p:cNvSpPr/>
          <p:nvPr/>
        </p:nvSpPr>
        <p:spPr>
          <a:xfrm>
            <a:off x="2733262" y="198783"/>
            <a:ext cx="6609522" cy="646043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COLUMN SELECTION IN SQL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C7008302-EE9A-9B5A-C791-839163798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83"/>
          <a:stretch>
            <a:fillRect/>
          </a:stretch>
        </p:blipFill>
        <p:spPr>
          <a:xfrm>
            <a:off x="2271178" y="1216715"/>
            <a:ext cx="7649643" cy="4015408"/>
          </a:xfrm>
          <a:prstGeom prst="rect">
            <a:avLst/>
          </a:prstGeom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xmlns="" id="{87FD1173-F7D3-121E-CE50-69A36D6A3C35}"/>
              </a:ext>
            </a:extLst>
          </p:cNvPr>
          <p:cNvSpPr/>
          <p:nvPr/>
        </p:nvSpPr>
        <p:spPr>
          <a:xfrm>
            <a:off x="2271178" y="5441674"/>
            <a:ext cx="7575186" cy="1321904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This query retrieves only the NAME and COMPOSER columns from the track table, helping you focus on specific details without pulling in the entire dataset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621B2158-651A-D4C1-AF4B-7BBB19D19AA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39681" y="36442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861504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0D4E32FF-43FD-35D2-3DBB-4EE257F54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C6C9E6E0-A3D8-E275-5C68-BEB53171C01E}"/>
              </a:ext>
            </a:extLst>
          </p:cNvPr>
          <p:cNvSpPr/>
          <p:nvPr/>
        </p:nvSpPr>
        <p:spPr>
          <a:xfrm>
            <a:off x="2961861" y="139149"/>
            <a:ext cx="6569765" cy="66592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SINGLE COLUMN RETRIEVAL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E31D3B1D-97C8-8F43-7A3D-8A1E9383F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55"/>
          <a:stretch>
            <a:fillRect/>
          </a:stretch>
        </p:blipFill>
        <p:spPr>
          <a:xfrm>
            <a:off x="2159000" y="1202810"/>
            <a:ext cx="7874000" cy="400511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3D8B67AA-E13D-7E00-D0AA-3EF7A1B7E73B}"/>
              </a:ext>
            </a:extLst>
          </p:cNvPr>
          <p:cNvSpPr/>
          <p:nvPr/>
        </p:nvSpPr>
        <p:spPr>
          <a:xfrm>
            <a:off x="2159000" y="5605668"/>
            <a:ext cx="7874000" cy="1113183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This query pull just the NAME from the PLAYLIST table, helping you list all playlist title without any extra details.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17667D0D-569D-77E9-C5F6-A683681C60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70050" y="73439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69709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6803C39C-32D9-91AE-3725-F7295F064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AF830F28-9538-3C7D-1933-1CDBD861D212}"/>
              </a:ext>
            </a:extLst>
          </p:cNvPr>
          <p:cNvSpPr/>
          <p:nvPr/>
        </p:nvSpPr>
        <p:spPr>
          <a:xfrm>
            <a:off x="2703443" y="109330"/>
            <a:ext cx="6659218" cy="78519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RETRIEVING SPECIFIC COLUMNS FROM A TABLE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901F73F8-FED6-749A-ECEE-F823036B7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04"/>
          <a:stretch>
            <a:fillRect/>
          </a:stretch>
        </p:blipFill>
        <p:spPr>
          <a:xfrm>
            <a:off x="2399784" y="1189383"/>
            <a:ext cx="7392432" cy="411479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41A6F816-8090-EFA2-E4C2-CD034399ACBF}"/>
              </a:ext>
            </a:extLst>
          </p:cNvPr>
          <p:cNvSpPr/>
          <p:nvPr/>
        </p:nvSpPr>
        <p:spPr>
          <a:xfrm>
            <a:off x="2399784" y="5555974"/>
            <a:ext cx="7392432" cy="1192696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This query  pulls the INVOICEID and INVOICEDATE from the INVOICE table to display each invoice’s unique identifier alongside its issue date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7FBC1FBC-645E-EA29-4966-6EEA772393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24772" y="109330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8635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4CF8D1C4-4526-B27D-499F-E71FF8373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CFAB8B7E-0192-9C02-AB2E-1871783BAFC1}"/>
              </a:ext>
            </a:extLst>
          </p:cNvPr>
          <p:cNvSpPr/>
          <p:nvPr/>
        </p:nvSpPr>
        <p:spPr>
          <a:xfrm>
            <a:off x="2733261" y="89452"/>
            <a:ext cx="6689035" cy="81500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FILTERING ROWS WITH A WHERE CLAUSE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168A3EA4-1680-C657-0DBE-BC8E5831C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55"/>
          <a:stretch>
            <a:fillRect/>
          </a:stretch>
        </p:blipFill>
        <p:spPr>
          <a:xfrm>
            <a:off x="2385391" y="1254757"/>
            <a:ext cx="7633252" cy="410243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E44F8372-60D9-82B4-2CB0-E6018066A910}"/>
              </a:ext>
            </a:extLst>
          </p:cNvPr>
          <p:cNvSpPr/>
          <p:nvPr/>
        </p:nvSpPr>
        <p:spPr>
          <a:xfrm>
            <a:off x="2385391" y="5446644"/>
            <a:ext cx="7543800" cy="1321904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This query retrieves the first and last names of customers from the USA by applying a condition to limit results based on the COUNTRY column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F1D3C596-C3C9-2D63-FFE3-49D18EBCDF6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39681" y="164764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613576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60323AC4-2759-5C59-A005-25891BFB8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5B600453-7155-E321-2034-C1A6B7604938}"/>
              </a:ext>
            </a:extLst>
          </p:cNvPr>
          <p:cNvSpPr/>
          <p:nvPr/>
        </p:nvSpPr>
        <p:spPr>
          <a:xfrm>
            <a:off x="2792896" y="109330"/>
            <a:ext cx="6698974" cy="91440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CONDITIONAL DATA RETRIEVAL WITH  WHERE CLAUSE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648488C8-F6A7-D85D-F861-5EF18B9C4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56"/>
          <a:stretch>
            <a:fillRect/>
          </a:stretch>
        </p:blipFill>
        <p:spPr>
          <a:xfrm>
            <a:off x="2446167" y="1311966"/>
            <a:ext cx="7392432" cy="3876261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FA5E2B60-1ECF-0385-E700-AD4109C4D2B2}"/>
              </a:ext>
            </a:extLst>
          </p:cNvPr>
          <p:cNvSpPr/>
          <p:nvPr/>
        </p:nvSpPr>
        <p:spPr>
          <a:xfrm>
            <a:off x="2446167" y="5297557"/>
            <a:ext cx="7392432" cy="1451113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This query fetches track names and their composer details from the TRACK table, specifically filtering for songs composed by AC/DC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30FB88A1-1FD8-6448-A873-21064606D7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89376" y="202092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61892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3648E85E-48F2-C32B-69A2-BFBF9BCE0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F06387B5-0FE9-02D4-52F6-C029319865BD}"/>
              </a:ext>
            </a:extLst>
          </p:cNvPr>
          <p:cNvSpPr/>
          <p:nvPr/>
        </p:nvSpPr>
        <p:spPr>
          <a:xfrm>
            <a:off x="2902226" y="149087"/>
            <a:ext cx="6609522" cy="71561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ROLE-BASED FILTERING IN SQL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CD85F65C-9A9D-9F9E-073D-C7EFFACFE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10" b="15011"/>
          <a:stretch>
            <a:fillRect/>
          </a:stretch>
        </p:blipFill>
        <p:spPr>
          <a:xfrm>
            <a:off x="2622123" y="1293743"/>
            <a:ext cx="7274561" cy="365980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501AE6E9-F749-6FC9-291A-3ED8698B3E16}"/>
              </a:ext>
            </a:extLst>
          </p:cNvPr>
          <p:cNvSpPr/>
          <p:nvPr/>
        </p:nvSpPr>
        <p:spPr>
          <a:xfrm>
            <a:off x="2622123" y="5119104"/>
            <a:ext cx="7169727" cy="158980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This query extract employee names and job title from the EMPLOYEE table, specifically selecting those whose title is “Sales Support Agent”.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00D9FE96-EBBF-7AFF-BD57-574AE51071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89376" y="202092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820039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6CB3F95A-08D3-3D19-EE66-B716DF144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51B5B85C-20C7-98EC-8C21-E742DFC833EB}"/>
              </a:ext>
            </a:extLst>
          </p:cNvPr>
          <p:cNvSpPr/>
          <p:nvPr/>
        </p:nvSpPr>
        <p:spPr>
          <a:xfrm>
            <a:off x="2872409" y="119271"/>
            <a:ext cx="6400800" cy="81500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LOCATION-BASED FILTERING IN SQL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6792A154-DDA2-1EC4-DDC1-631DFC0C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560"/>
          <a:stretch>
            <a:fillRect/>
          </a:stretch>
        </p:blipFill>
        <p:spPr>
          <a:xfrm>
            <a:off x="2375452" y="1356692"/>
            <a:ext cx="7394713" cy="3269973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40A957E0-BD00-20D3-BFDD-F63C2821A45B}"/>
              </a:ext>
            </a:extLst>
          </p:cNvPr>
          <p:cNvSpPr/>
          <p:nvPr/>
        </p:nvSpPr>
        <p:spPr>
          <a:xfrm>
            <a:off x="2478156" y="5049078"/>
            <a:ext cx="7235687" cy="1530626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This query retrieves customer names and their city from the CUSTOMER table, specifically selecting only those who reside in </a:t>
            </a:r>
            <a:r>
              <a:rPr lang="en-IN" sz="2400" b="1" dirty="0" err="1">
                <a:solidFill>
                  <a:schemeClr val="tx1"/>
                </a:solidFill>
              </a:rPr>
              <a:t>paris</a:t>
            </a:r>
            <a:r>
              <a:rPr lang="en-IN" dirty="0"/>
              <a:t>.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09168A6C-20CE-A9E8-C54A-743835209F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89376" y="202092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649218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1607C745-DABA-A1C8-8CB7-2692146E8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535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343A261E-2C86-A82A-6EFC-68AB2C11B1A5}"/>
              </a:ext>
            </a:extLst>
          </p:cNvPr>
          <p:cNvSpPr/>
          <p:nvPr/>
        </p:nvSpPr>
        <p:spPr>
          <a:xfrm>
            <a:off x="2811117" y="89452"/>
            <a:ext cx="6710570" cy="83488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JOINING TABLES TO COMBINE RELATED DATE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80F1284D-9A96-2903-D6A6-FBB31AA4F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560" y="1380435"/>
            <a:ext cx="7992340" cy="395687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6ED54D0B-AAE2-F912-3EBD-C66E2D514560}"/>
              </a:ext>
            </a:extLst>
          </p:cNvPr>
          <p:cNvSpPr/>
          <p:nvPr/>
        </p:nvSpPr>
        <p:spPr>
          <a:xfrm>
            <a:off x="2204743" y="5426765"/>
            <a:ext cx="7841974" cy="1341783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</a:rPr>
              <a:t>This query links the CUSTOMER and EMPLOYEE tables using a JOIN  to show each customer’s name along side their assigned support representative.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72676981-DEB2-FE4C-F887-10D2048FE6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89376" y="202092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687917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F96535E8-BC85-88E6-EB73-94CC7DE8C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8DAC5372-4651-6E89-7CDF-6DC6A6A89429}"/>
              </a:ext>
            </a:extLst>
          </p:cNvPr>
          <p:cNvSpPr/>
          <p:nvPr/>
        </p:nvSpPr>
        <p:spPr>
          <a:xfrm>
            <a:off x="3091069" y="149086"/>
            <a:ext cx="6281530" cy="70567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SQL JOIN CLAUSE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C8A8F6FE-B878-E325-6FA9-EB95EB7C2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929"/>
          <a:stretch>
            <a:fillRect/>
          </a:stretch>
        </p:blipFill>
        <p:spPr>
          <a:xfrm>
            <a:off x="2353643" y="1096619"/>
            <a:ext cx="7670800" cy="414462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BB1DE33C-1DD9-6EBB-2646-175B29E9F44F}"/>
              </a:ext>
            </a:extLst>
          </p:cNvPr>
          <p:cNvSpPr/>
          <p:nvPr/>
        </p:nvSpPr>
        <p:spPr>
          <a:xfrm>
            <a:off x="2408585" y="5357198"/>
            <a:ext cx="7560916" cy="144117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query uses an INNER JOIN to combine invoice line details with track names by matching TRACKID across both tables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FDE8C0E4-800B-4CE6-E6FD-4668479B12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00202" y="62948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36284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8BA387E2-2B45-E0E5-C08D-BBF0F7282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1CC913E3-89FD-4D08-E4D8-889F2D89A022}"/>
              </a:ext>
            </a:extLst>
          </p:cNvPr>
          <p:cNvSpPr/>
          <p:nvPr/>
        </p:nvSpPr>
        <p:spPr>
          <a:xfrm>
            <a:off x="2991677" y="159026"/>
            <a:ext cx="6321287" cy="725557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TABLE RELATIONSHIPS IN SQL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F625A600-0E52-B588-6E71-B8529F7F38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571" y="1202635"/>
            <a:ext cx="7906853" cy="4045226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A8E4B555-F8F8-C016-1B55-A919ED37C3DD}"/>
              </a:ext>
            </a:extLst>
          </p:cNvPr>
          <p:cNvSpPr/>
          <p:nvPr/>
        </p:nvSpPr>
        <p:spPr>
          <a:xfrm>
            <a:off x="2279372" y="5387009"/>
            <a:ext cx="7633253" cy="140141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query links tracks to their genres using a JOIN on GENRELD, showing how related table share meaningful data.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70F1016F-A231-88DB-BA08-2C20ACB6125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36641" y="115956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957262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449A3DF1-72A5-F488-38F0-4936C61D7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2871B287-567B-504F-505D-548F60B9CDDD}"/>
              </a:ext>
            </a:extLst>
          </p:cNvPr>
          <p:cNvSpPr/>
          <p:nvPr/>
        </p:nvSpPr>
        <p:spPr>
          <a:xfrm>
            <a:off x="2759765" y="188843"/>
            <a:ext cx="6672470" cy="665922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MULTI-TABLE JOINS IN SQL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22755079-6A55-38E0-75A1-5A95A4F987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9498" y="1202850"/>
            <a:ext cx="7493001" cy="413791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160DEDE2-35C5-73BC-B922-4C0CC40EF5AC}"/>
              </a:ext>
            </a:extLst>
          </p:cNvPr>
          <p:cNvSpPr/>
          <p:nvPr/>
        </p:nvSpPr>
        <p:spPr>
          <a:xfrm>
            <a:off x="2463247" y="5478189"/>
            <a:ext cx="7265504" cy="1242391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query connects track to playlists through a linking table, showing how many-to-many relationships are handled using multiple JOINs.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B0A0C4B2-136F-9648-E27D-E9D5EDA61F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52933" y="94707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956004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89D26053-FE9D-C7D2-D25D-15BB6C736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3CCC423D-D9CD-0DE1-E164-3D299CAA96A6}"/>
              </a:ext>
            </a:extLst>
          </p:cNvPr>
          <p:cNvSpPr/>
          <p:nvPr/>
        </p:nvSpPr>
        <p:spPr>
          <a:xfrm>
            <a:off x="2971800" y="69574"/>
            <a:ext cx="6390861" cy="884583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JOINING TABLES TO RETRIEVE CUSTOMER TRANSACTIONS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7DA8896A-3D80-1A05-69AB-9DE23D8604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568"/>
          <a:stretch>
            <a:fillRect/>
          </a:stretch>
        </p:blipFill>
        <p:spPr>
          <a:xfrm>
            <a:off x="2261073" y="1256748"/>
            <a:ext cx="7669854" cy="382214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D4162D0E-1313-BB14-44C2-E2898F68702B}"/>
              </a:ext>
            </a:extLst>
          </p:cNvPr>
          <p:cNvSpPr/>
          <p:nvPr/>
        </p:nvSpPr>
        <p:spPr>
          <a:xfrm>
            <a:off x="2334039" y="5227983"/>
            <a:ext cx="7523922" cy="1560443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query links invoices to customers using CUSTOMERID, helping track who made each purchase and when.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01726B49-083A-8B9A-4B86-686D61B073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66461" y="143013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457478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161287B0-9338-436A-2AC4-B1A23D9DC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C8F7A7E3-0D90-FE22-73D5-D326001A5B97}"/>
              </a:ext>
            </a:extLst>
          </p:cNvPr>
          <p:cNvSpPr/>
          <p:nvPr/>
        </p:nvSpPr>
        <p:spPr>
          <a:xfrm>
            <a:off x="2782957" y="72736"/>
            <a:ext cx="6549886" cy="841664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AGGREGATION WITH GROUP BY IN SQL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37A96326-D37F-81B2-EC4F-DD14ADF430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278" y="1252331"/>
            <a:ext cx="8080513" cy="3975652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DDD583D8-8AEF-AF66-3AFC-A2C4889EC6B4}"/>
              </a:ext>
            </a:extLst>
          </p:cNvPr>
          <p:cNvSpPr/>
          <p:nvPr/>
        </p:nvSpPr>
        <p:spPr>
          <a:xfrm>
            <a:off x="2077278" y="5350414"/>
            <a:ext cx="8080513" cy="1507586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query counts how many invoices each customer has by grouping records based on CUSTOMERID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240461D1-FBDF-F96A-03E1-5BC43B87D7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64529" y="140804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638048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557E8E61-E987-D83A-967D-A1414C0DF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81EE8C02-3367-645C-1FCE-DC9CAC5B5310}"/>
              </a:ext>
            </a:extLst>
          </p:cNvPr>
          <p:cNvSpPr/>
          <p:nvPr/>
        </p:nvSpPr>
        <p:spPr>
          <a:xfrm>
            <a:off x="2951922" y="69574"/>
            <a:ext cx="6480313" cy="904461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CALCULATING TOTALS WITH AGGREGATION IN SQL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394C4F52-DBB6-524D-9BAD-EF915B423F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265" r="13954"/>
          <a:stretch>
            <a:fillRect/>
          </a:stretch>
        </p:blipFill>
        <p:spPr>
          <a:xfrm>
            <a:off x="1786949" y="1385109"/>
            <a:ext cx="8336607" cy="362540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316C0D4A-E8FA-83A2-D9F2-2A34D62C1D89}"/>
              </a:ext>
            </a:extLst>
          </p:cNvPr>
          <p:cNvSpPr/>
          <p:nvPr/>
        </p:nvSpPr>
        <p:spPr>
          <a:xfrm>
            <a:off x="2249556" y="5198165"/>
            <a:ext cx="7692887" cy="1590261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query computes the total amount for each invoice by summing the product of unit price and quantity, grouped by INVOICEID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72B71CEB-EBB2-9E17-88A7-2843C50B85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89376" y="202092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578151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B27068BB-BBCA-BB4F-1A0B-1C3EA897E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338157EC-3CF7-7191-1054-5D8E8914886B}"/>
              </a:ext>
            </a:extLst>
          </p:cNvPr>
          <p:cNvSpPr/>
          <p:nvPr/>
        </p:nvSpPr>
        <p:spPr>
          <a:xfrm>
            <a:off x="3041374" y="119270"/>
            <a:ext cx="6321287" cy="854765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COUNTING ITEMS WITH GROUP BY IN SQL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D0FB0344-F19A-22E9-2A45-867B2FF80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92"/>
          <a:stretch>
            <a:fillRect/>
          </a:stretch>
        </p:blipFill>
        <p:spPr>
          <a:xfrm>
            <a:off x="2491941" y="1364145"/>
            <a:ext cx="7208117" cy="3677479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6FEC5955-D06F-86BF-1E50-F8E2BF0E0B11}"/>
              </a:ext>
            </a:extLst>
          </p:cNvPr>
          <p:cNvSpPr/>
          <p:nvPr/>
        </p:nvSpPr>
        <p:spPr>
          <a:xfrm>
            <a:off x="2491941" y="5232952"/>
            <a:ext cx="7208117" cy="1580321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query counts how many tracks are in each playlist by grouping track data based on PLAYLISTID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F90FC080-1103-75A9-E7D8-5A07ABEFE5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89376" y="202092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408863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A87B4D5C-FBF5-4CFD-A8E4-509459D8A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A91454CC-4A80-CFCA-E56C-542AC75DD96D}"/>
              </a:ext>
            </a:extLst>
          </p:cNvPr>
          <p:cNvSpPr/>
          <p:nvPr/>
        </p:nvSpPr>
        <p:spPr>
          <a:xfrm>
            <a:off x="2832652" y="99391"/>
            <a:ext cx="6579705" cy="85476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GROUPING DATA BY CATEGORY IN SQL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924C8AF6-97F6-5F69-F964-C2A18235C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36"/>
          <a:stretch>
            <a:fillRect/>
          </a:stretch>
        </p:blipFill>
        <p:spPr>
          <a:xfrm>
            <a:off x="2522298" y="1178596"/>
            <a:ext cx="7200411" cy="380614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E2B5C309-E4CC-5E92-DEA3-1542C85A4FC4}"/>
              </a:ext>
            </a:extLst>
          </p:cNvPr>
          <p:cNvSpPr/>
          <p:nvPr/>
        </p:nvSpPr>
        <p:spPr>
          <a:xfrm>
            <a:off x="2574235" y="5168347"/>
            <a:ext cx="7121970" cy="1630018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query counts how many customers belong to each country by grouping records based on the COUNTRY field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C2F3ED0F-14B3-E39D-E1FD-536C5E343B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89376" y="148238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84891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C8E46724-5661-12A6-8AE1-576A44D2A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D7EACB30-63EA-6DC7-298C-FF2E6A14185E}"/>
              </a:ext>
            </a:extLst>
          </p:cNvPr>
          <p:cNvSpPr/>
          <p:nvPr/>
        </p:nvSpPr>
        <p:spPr>
          <a:xfrm>
            <a:off x="2862470" y="99391"/>
            <a:ext cx="6549887" cy="844826"/>
          </a:xfrm>
          <a:prstGeom prst="roundRect">
            <a:avLst>
              <a:gd name="adj" fmla="val 19264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FINDING THE MOST POPULAR GENRE BY SALES IN SQL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5EC02CA3-55C9-5ABA-3CEE-756C5734E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300" y="1249809"/>
            <a:ext cx="7721600" cy="3700782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D32CF6BD-CA38-6856-57D6-513F44F3AA65}"/>
              </a:ext>
            </a:extLst>
          </p:cNvPr>
          <p:cNvSpPr/>
          <p:nvPr/>
        </p:nvSpPr>
        <p:spPr>
          <a:xfrm>
            <a:off x="2273300" y="5049982"/>
            <a:ext cx="7721600" cy="170862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query identifies the genre with the highest number of purchased tracks by joining related tables and counting sales per genre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89B70FD8-4F87-D814-C502-29B4B803E3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704285" y="114299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082662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2EDF5327-1630-1ABE-B3C9-93D7F1344A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xmlns="" id="{BBFC0DDD-4EF7-9971-DD1D-B589F0354347}"/>
              </a:ext>
            </a:extLst>
          </p:cNvPr>
          <p:cNvSpPr/>
          <p:nvPr/>
        </p:nvSpPr>
        <p:spPr>
          <a:xfrm>
            <a:off x="2912165" y="238539"/>
            <a:ext cx="6500192" cy="61622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bg1"/>
                </a:solidFill>
              </a:rPr>
              <a:t>FILTERING BY YEAR IN SQL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32637282-4D9B-61CD-2D05-C6DE766FD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574" y="1395986"/>
            <a:ext cx="7613374" cy="364858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64493EED-F1C9-BF38-8105-36D03B145ED0}"/>
              </a:ext>
            </a:extLst>
          </p:cNvPr>
          <p:cNvSpPr/>
          <p:nvPr/>
        </p:nvSpPr>
        <p:spPr>
          <a:xfrm>
            <a:off x="2469874" y="5446644"/>
            <a:ext cx="7384774" cy="1172817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query retrieves invoices from the year 2022 by extracting and matching the year part of the INVOICEDATE.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509D37FD-8CB6-70AF-9AD3-4D789E3ACF2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1689376" y="202092"/>
            <a:ext cx="977900" cy="97072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08598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open white door">
            <a:extLst>
              <a:ext uri="{FF2B5EF4-FFF2-40B4-BE49-F238E27FC236}">
                <a16:creationId xmlns:a16="http://schemas.microsoft.com/office/drawing/2014/main" xmlns="" id="{8192C05C-E533-58C0-55F6-AA6BE9B90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A10BDB0-CBEF-7CCF-96BE-AC71DE174D2F}"/>
              </a:ext>
            </a:extLst>
          </p:cNvPr>
          <p:cNvSpPr/>
          <p:nvPr/>
        </p:nvSpPr>
        <p:spPr>
          <a:xfrm>
            <a:off x="3168832" y="2967335"/>
            <a:ext cx="38267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THANKYOU</a:t>
            </a:r>
            <a:endParaRPr lang="en-US" sz="54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AF02DA9-1049-1330-F476-75198E9F5C03}"/>
              </a:ext>
            </a:extLst>
          </p:cNvPr>
          <p:cNvSpPr/>
          <p:nvPr/>
        </p:nvSpPr>
        <p:spPr>
          <a:xfrm>
            <a:off x="8584934" y="5849682"/>
            <a:ext cx="1820498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BY</a:t>
            </a:r>
          </a:p>
          <a:p>
            <a:pPr algn="ctr"/>
            <a:r>
              <a:rPr lang="en-US" sz="2400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PAVITHRA R</a:t>
            </a:r>
          </a:p>
        </p:txBody>
      </p:sp>
      <p:pic>
        <p:nvPicPr>
          <p:cNvPr id="2" name="Picture 1" descr="A black and white image of a treble clef and music notes&#10;&#10;AI-generated content may be incorrect.">
            <a:extLst>
              <a:ext uri="{FF2B5EF4-FFF2-40B4-BE49-F238E27FC236}">
                <a16:creationId xmlns:a16="http://schemas.microsoft.com/office/drawing/2014/main" xmlns="" id="{A8F01F39-1D33-3DAB-3C37-5213296CC5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34"/>
          <a:stretch>
            <a:fillRect/>
          </a:stretch>
        </p:blipFill>
        <p:spPr>
          <a:xfrm>
            <a:off x="7076661" y="2822712"/>
            <a:ext cx="715617" cy="82724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96187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521</Words>
  <Application>Microsoft Office PowerPoint</Application>
  <PresentationFormat>Custom</PresentationFormat>
  <Paragraphs>47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Pavithra Ramu</dc:creator>
  <cp:lastModifiedBy>Geetha Ramu</cp:lastModifiedBy>
  <cp:revision>2</cp:revision>
  <dcterms:created xsi:type="dcterms:W3CDTF">2025-08-19T16:03:56Z</dcterms:created>
  <dcterms:modified xsi:type="dcterms:W3CDTF">2025-11-01T16:26:04Z</dcterms:modified>
</cp:coreProperties>
</file>